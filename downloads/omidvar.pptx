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theme" Target="theme/theme1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tableStyles" Target="tableStyles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viewProps" Target="viewProp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ED3EEF1-7527-44FE-B28E-3F1708C80A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C20275-7DF3-4307-B918-31E922D7BB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0F6EC3-0012-4777-8F7B-47AF6D19BC3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105307-7DE1-4D9B-BEF5-5A9BA3B5C9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5E50A8-2BEA-4402-B765-9CF43E5946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EAFDAE-482C-49F1-9423-BC345C57B22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2B1FAA1-FD10-40C3-9E9E-B663217D27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00D929-87E4-425C-A775-05303E38D31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3C61A1-C9D8-4537-B364-91F14C73170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F14C81-C7B3-455C-9357-F41A5B5FC1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360827-F085-477E-9D5E-42D4968862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7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slide" Target="slide13.xml"/><Relationship Id="rId5" Type="http://schemas.openxmlformats.org/officeDocument/2006/relationships/slide" Target="slide12.xml"/><Relationship Id="rId4" Type="http://schemas.openxmlformats.org/officeDocument/2006/relationships/slide" Target="slide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6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7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slide" Target="slide19.xml"/><Relationship Id="rId5" Type="http://schemas.openxmlformats.org/officeDocument/2006/relationships/slide" Target="slide18.xml"/><Relationship Id="rId4" Type="http://schemas.openxmlformats.org/officeDocument/2006/relationships/slide" Target="slide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26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2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26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26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7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slide" Target="slide25.xml"/><Relationship Id="rId5" Type="http://schemas.openxmlformats.org/officeDocument/2006/relationships/slide" Target="slide24.xml"/><Relationship Id="rId4" Type="http://schemas.openxmlformats.org/officeDocument/2006/relationships/slide" Target="slide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7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slide" Target="slide31.xml"/><Relationship Id="rId5" Type="http://schemas.openxmlformats.org/officeDocument/2006/relationships/slide" Target="slide30.xml"/><Relationship Id="rId4" Type="http://schemas.openxmlformats.org/officeDocument/2006/relationships/slide" Target="slide2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50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7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slide" Target="slide37.xml"/><Relationship Id="rId5" Type="http://schemas.openxmlformats.org/officeDocument/2006/relationships/slide" Target="slide36.xml"/><Relationship Id="rId4" Type="http://schemas.openxmlformats.org/officeDocument/2006/relationships/slide" Target="slide3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50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50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56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50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50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40.xml"/><Relationship Id="rId7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slide" Target="slide43.xml"/><Relationship Id="rId5" Type="http://schemas.openxmlformats.org/officeDocument/2006/relationships/slide" Target="slide42.xml"/><Relationship Id="rId4" Type="http://schemas.openxmlformats.org/officeDocument/2006/relationships/slide" Target="slide4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62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62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62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62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7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slide" Target="slide49.xml"/><Relationship Id="rId5" Type="http://schemas.openxmlformats.org/officeDocument/2006/relationships/slide" Target="slide48.xml"/><Relationship Id="rId4" Type="http://schemas.openxmlformats.org/officeDocument/2006/relationships/slide" Target="slide4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74.xm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7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slide" Target="slide55.xml"/><Relationship Id="rId5" Type="http://schemas.openxmlformats.org/officeDocument/2006/relationships/slide" Target="slide54.xml"/><Relationship Id="rId4" Type="http://schemas.openxmlformats.org/officeDocument/2006/relationships/slide" Target="slide5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74.xml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80.xml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74.xml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74.xml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74.xml"/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7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slide" Target="slide61.xml"/><Relationship Id="rId5" Type="http://schemas.openxmlformats.org/officeDocument/2006/relationships/slide" Target="slide60.xml"/><Relationship Id="rId4" Type="http://schemas.openxmlformats.org/officeDocument/2006/relationships/slide" Target="slide5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80.xml"/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86.xml"/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80.xml"/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80.xml"/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80.xml"/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64.xml"/><Relationship Id="rId7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slide" Target="slide67.xml"/><Relationship Id="rId5" Type="http://schemas.openxmlformats.org/officeDocument/2006/relationships/slide" Target="slide66.xml"/><Relationship Id="rId4" Type="http://schemas.openxmlformats.org/officeDocument/2006/relationships/slide" Target="slide6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98.xml"/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slideLayout" Target="../slideLayouts/slideLayout9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70.xml"/><Relationship Id="rId7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slide" Target="slide73.xml"/><Relationship Id="rId5" Type="http://schemas.openxmlformats.org/officeDocument/2006/relationships/slide" Target="slide72.xml"/><Relationship Id="rId4" Type="http://schemas.openxmlformats.org/officeDocument/2006/relationships/slide" Target="slide7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" Target="slide98.xml"/><Relationship Id="rId1" Type="http://schemas.openxmlformats.org/officeDocument/2006/relationships/slideLayout" Target="../slideLayouts/slideLayout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" Target="slide98.xml"/><Relationship Id="rId1" Type="http://schemas.openxmlformats.org/officeDocument/2006/relationships/slideLayout" Target="../slideLayouts/slideLayout9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" Target="slide104.xml"/><Relationship Id="rId1" Type="http://schemas.openxmlformats.org/officeDocument/2006/relationships/slideLayout" Target="../slideLayouts/slideLayout9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" Target="slide98.xml"/><Relationship Id="rId1" Type="http://schemas.openxmlformats.org/officeDocument/2006/relationships/slideLayout" Target="../slideLayouts/slideLayout9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" Target="slide98.xml"/><Relationship Id="rId1" Type="http://schemas.openxmlformats.org/officeDocument/2006/relationships/slideLayout" Target="../slideLayouts/slideLayout9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" Target="slide76.xml"/><Relationship Id="rId7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slide" Target="slide79.xml"/><Relationship Id="rId5" Type="http://schemas.openxmlformats.org/officeDocument/2006/relationships/slide" Target="slide78.xml"/><Relationship Id="rId4" Type="http://schemas.openxmlformats.org/officeDocument/2006/relationships/slide" Target="slide7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" Target="slide104.xml"/><Relationship Id="rId1" Type="http://schemas.openxmlformats.org/officeDocument/2006/relationships/slideLayout" Target="../slideLayouts/slideLayout9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" Target="slide104.xml"/><Relationship Id="rId1" Type="http://schemas.openxmlformats.org/officeDocument/2006/relationships/slideLayout" Target="../slideLayouts/slideLayout9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" Target="slide110.xml"/><Relationship Id="rId1" Type="http://schemas.openxmlformats.org/officeDocument/2006/relationships/slideLayout" Target="../slideLayouts/slideLayout9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" Target="slide104.xml"/><Relationship Id="rId1" Type="http://schemas.openxmlformats.org/officeDocument/2006/relationships/slideLayout" Target="../slideLayouts/slideLayout9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" Target="slide104.xml"/><Relationship Id="rId1" Type="http://schemas.openxmlformats.org/officeDocument/2006/relationships/slideLayout" Target="../slideLayouts/slideLayout9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" Target="slide82.xml"/><Relationship Id="rId7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slide" Target="slide85.xml"/><Relationship Id="rId5" Type="http://schemas.openxmlformats.org/officeDocument/2006/relationships/slide" Target="slide84.xml"/><Relationship Id="rId4" Type="http://schemas.openxmlformats.org/officeDocument/2006/relationships/slide" Target="slide8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" Target="slide110.xml"/><Relationship Id="rId1" Type="http://schemas.openxmlformats.org/officeDocument/2006/relationships/slideLayout" Target="../slideLayouts/slideLayout9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" Target="slide110.xml"/><Relationship Id="rId1" Type="http://schemas.openxmlformats.org/officeDocument/2006/relationships/slideLayout" Target="../slideLayouts/slideLayout9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" Target="slide116.xml"/><Relationship Id="rId1" Type="http://schemas.openxmlformats.org/officeDocument/2006/relationships/slideLayout" Target="../slideLayouts/slideLayout9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" Target="slide110.xml"/><Relationship Id="rId1" Type="http://schemas.openxmlformats.org/officeDocument/2006/relationships/slideLayout" Target="../slideLayouts/slideLayout9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" Target="slide110.xml"/><Relationship Id="rId1" Type="http://schemas.openxmlformats.org/officeDocument/2006/relationships/slideLayout" Target="../slideLayouts/slideLayout9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" Target="slide88.xml"/><Relationship Id="rId7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slide" Target="slide91.xml"/><Relationship Id="rId5" Type="http://schemas.openxmlformats.org/officeDocument/2006/relationships/slide" Target="slide90.xml"/><Relationship Id="rId4" Type="http://schemas.openxmlformats.org/officeDocument/2006/relationships/slide" Target="slide89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" Target="slide116.xml"/><Relationship Id="rId1" Type="http://schemas.openxmlformats.org/officeDocument/2006/relationships/slideLayout" Target="../slideLayouts/slideLayout9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" Target="slide116.xml"/><Relationship Id="rId1" Type="http://schemas.openxmlformats.org/officeDocument/2006/relationships/slideLayout" Target="../slideLayouts/slideLayout9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" Target="slide122.xml"/><Relationship Id="rId1" Type="http://schemas.openxmlformats.org/officeDocument/2006/relationships/slideLayout" Target="../slideLayouts/slideLayout9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" Target="slide116.xml"/><Relationship Id="rId1" Type="http://schemas.openxmlformats.org/officeDocument/2006/relationships/slideLayout" Target="../slideLayouts/slideLayout9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" Target="slide116.xml"/><Relationship Id="rId1" Type="http://schemas.openxmlformats.org/officeDocument/2006/relationships/slideLayout" Target="../slideLayouts/slideLayout9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" Target="slide94.xml"/><Relationship Id="rId7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slide" Target="slide97.xml"/><Relationship Id="rId5" Type="http://schemas.openxmlformats.org/officeDocument/2006/relationships/slide" Target="slide96.xml"/><Relationship Id="rId4" Type="http://schemas.openxmlformats.org/officeDocument/2006/relationships/slide" Target="slide95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" Target="slide128.xml"/><Relationship Id="rId1" Type="http://schemas.openxmlformats.org/officeDocument/2006/relationships/slideLayout" Target="../slideLayouts/slideLayout9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" Target="slide134.xml"/><Relationship Id="rId1" Type="http://schemas.openxmlformats.org/officeDocument/2006/relationships/slideLayout" Target="../slideLayouts/slideLayout9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" Target="slide128.xml"/><Relationship Id="rId1" Type="http://schemas.openxmlformats.org/officeDocument/2006/relationships/slideLayout" Target="../slideLayouts/slideLayout9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" Target="slide128.xml"/><Relationship Id="rId1" Type="http://schemas.openxmlformats.org/officeDocument/2006/relationships/slideLayout" Target="../slideLayouts/slideLayout9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" Target="slide128.xml"/><Relationship Id="rId1" Type="http://schemas.openxmlformats.org/officeDocument/2006/relationships/slideLayout" Target="../slideLayouts/slideLayout9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" Target="slide100.xml"/><Relationship Id="rId7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slide" Target="slide103.xml"/><Relationship Id="rId5" Type="http://schemas.openxmlformats.org/officeDocument/2006/relationships/slide" Target="slide102.xml"/><Relationship Id="rId4" Type="http://schemas.openxmlformats.org/officeDocument/2006/relationships/slide" Target="slide10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" Target="slide134.xml"/><Relationship Id="rId1" Type="http://schemas.openxmlformats.org/officeDocument/2006/relationships/slideLayout" Target="../slideLayouts/slideLayout9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" Target="slide140.xml"/><Relationship Id="rId1" Type="http://schemas.openxmlformats.org/officeDocument/2006/relationships/slideLayout" Target="../slideLayouts/slideLayout9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" Target="slide134.xml"/><Relationship Id="rId1" Type="http://schemas.openxmlformats.org/officeDocument/2006/relationships/slideLayout" Target="../slideLayouts/slideLayout9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" Target="slide134.xml"/><Relationship Id="rId1" Type="http://schemas.openxmlformats.org/officeDocument/2006/relationships/slideLayout" Target="../slideLayouts/slideLayout9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" Target="slide134.xml"/><Relationship Id="rId1" Type="http://schemas.openxmlformats.org/officeDocument/2006/relationships/slideLayout" Target="../slideLayouts/slideLayout9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" Target="slide106.xml"/><Relationship Id="rId7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slide" Target="slide109.xml"/><Relationship Id="rId5" Type="http://schemas.openxmlformats.org/officeDocument/2006/relationships/slide" Target="slide108.xml"/><Relationship Id="rId4" Type="http://schemas.openxmlformats.org/officeDocument/2006/relationships/slide" Target="slide10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" Target="slide140.xml"/><Relationship Id="rId1" Type="http://schemas.openxmlformats.org/officeDocument/2006/relationships/slideLayout" Target="../slideLayouts/slideLayout9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" Target="slide146.xml"/><Relationship Id="rId1" Type="http://schemas.openxmlformats.org/officeDocument/2006/relationships/slideLayout" Target="../slideLayouts/slideLayout9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" Target="slide140.xml"/><Relationship Id="rId1" Type="http://schemas.openxmlformats.org/officeDocument/2006/relationships/slideLayout" Target="../slideLayouts/slideLayout9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" Target="slide140.xml"/><Relationship Id="rId1" Type="http://schemas.openxmlformats.org/officeDocument/2006/relationships/slideLayout" Target="../slideLayouts/slideLayout9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" Target="slide140.xml"/><Relationship Id="rId1" Type="http://schemas.openxmlformats.org/officeDocument/2006/relationships/slideLayout" Target="../slideLayouts/slideLayout9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" Target="slide112.xml"/><Relationship Id="rId7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slide" Target="slide115.xml"/><Relationship Id="rId5" Type="http://schemas.openxmlformats.org/officeDocument/2006/relationships/slide" Target="slide114.xml"/><Relationship Id="rId4" Type="http://schemas.openxmlformats.org/officeDocument/2006/relationships/slide" Target="slide11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" Target="slide146.xml"/><Relationship Id="rId1" Type="http://schemas.openxmlformats.org/officeDocument/2006/relationships/slideLayout" Target="../slideLayouts/slideLayout9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slide" Target="slide152.xml"/><Relationship Id="rId1" Type="http://schemas.openxmlformats.org/officeDocument/2006/relationships/slideLayout" Target="../slideLayouts/slideLayout9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slide" Target="slide146.xml"/><Relationship Id="rId1" Type="http://schemas.openxmlformats.org/officeDocument/2006/relationships/slideLayout" Target="../slideLayouts/slideLayout9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slide" Target="slide146.xml"/><Relationship Id="rId1" Type="http://schemas.openxmlformats.org/officeDocument/2006/relationships/slideLayout" Target="../slideLayouts/slideLayout9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slide" Target="slide146.xml"/><Relationship Id="rId1" Type="http://schemas.openxmlformats.org/officeDocument/2006/relationships/slideLayout" Target="../slideLayouts/slideLayout9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" Target="slide118.xml"/><Relationship Id="rId7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slide" Target="slide121.xml"/><Relationship Id="rId5" Type="http://schemas.openxmlformats.org/officeDocument/2006/relationships/slide" Target="slide120.xml"/><Relationship Id="rId4" Type="http://schemas.openxmlformats.org/officeDocument/2006/relationships/slide" Target="slide119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" Target="slide152.xml"/><Relationship Id="rId1" Type="http://schemas.openxmlformats.org/officeDocument/2006/relationships/slideLayout" Target="../slideLayouts/slideLayout9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slide" Target="slide158.xml"/><Relationship Id="rId1" Type="http://schemas.openxmlformats.org/officeDocument/2006/relationships/slideLayout" Target="../slideLayouts/slideLayout9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slide" Target="slide152.xml"/><Relationship Id="rId1" Type="http://schemas.openxmlformats.org/officeDocument/2006/relationships/slideLayout" Target="../slideLayouts/slideLayout9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slide" Target="slide152.xml"/><Relationship Id="rId1" Type="http://schemas.openxmlformats.org/officeDocument/2006/relationships/slideLayout" Target="../slideLayouts/slideLayout9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slide" Target="slide152.xml"/><Relationship Id="rId1" Type="http://schemas.openxmlformats.org/officeDocument/2006/relationships/slideLayout" Target="../slideLayouts/slideLayout9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" Target="slide124.xml"/><Relationship Id="rId7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slide" Target="slide127.xml"/><Relationship Id="rId5" Type="http://schemas.openxmlformats.org/officeDocument/2006/relationships/slide" Target="slide126.xml"/><Relationship Id="rId4" Type="http://schemas.openxmlformats.org/officeDocument/2006/relationships/slide" Target="slide125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slide" Target="slide158.xml"/><Relationship Id="rId1" Type="http://schemas.openxmlformats.org/officeDocument/2006/relationships/slideLayout" Target="../slideLayouts/slideLayout9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slide" Target="slide164.xml"/><Relationship Id="rId1" Type="http://schemas.openxmlformats.org/officeDocument/2006/relationships/slideLayout" Target="../slideLayouts/slideLayout9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slide" Target="slide158.xml"/><Relationship Id="rId1" Type="http://schemas.openxmlformats.org/officeDocument/2006/relationships/slideLayout" Target="../slideLayouts/slideLayout9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slide" Target="slide158.xml"/><Relationship Id="rId1" Type="http://schemas.openxmlformats.org/officeDocument/2006/relationships/slideLayout" Target="../slideLayouts/slideLayout9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slide" Target="slide158.xml"/><Relationship Id="rId1" Type="http://schemas.openxmlformats.org/officeDocument/2006/relationships/slideLayout" Target="../slideLayouts/slideLayout9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" Target="slide130.xml"/><Relationship Id="rId7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slide" Target="slide133.xml"/><Relationship Id="rId5" Type="http://schemas.openxmlformats.org/officeDocument/2006/relationships/slide" Target="slide132.xml"/><Relationship Id="rId4" Type="http://schemas.openxmlformats.org/officeDocument/2006/relationships/slide" Target="slide13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slide" Target="slide170.xml"/><Relationship Id="rId1" Type="http://schemas.openxmlformats.org/officeDocument/2006/relationships/slideLayout" Target="../slideLayouts/slideLayout9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slide" Target="slide170.xml"/><Relationship Id="rId1" Type="http://schemas.openxmlformats.org/officeDocument/2006/relationships/slideLayout" Target="../slideLayouts/slideLayout9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slide" Target="slide170.xml"/><Relationship Id="rId1" Type="http://schemas.openxmlformats.org/officeDocument/2006/relationships/slideLayout" Target="../slideLayouts/slideLayout9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slide" Target="slide171.xml"/><Relationship Id="rId1" Type="http://schemas.openxmlformats.org/officeDocument/2006/relationships/slideLayout" Target="../slideLayouts/slideLayout9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slide" Target="slide170.xml"/><Relationship Id="rId1" Type="http://schemas.openxmlformats.org/officeDocument/2006/relationships/slideLayout" Target="../slideLayouts/slideLayout9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" Target="slide136.xml"/><Relationship Id="rId7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slide" Target="slide139.xml"/><Relationship Id="rId5" Type="http://schemas.openxmlformats.org/officeDocument/2006/relationships/slide" Target="slide138.xml"/><Relationship Id="rId4" Type="http://schemas.openxmlformats.org/officeDocument/2006/relationships/slide" Target="slide137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slide" Target="slide171.xml"/><Relationship Id="rId1" Type="http://schemas.openxmlformats.org/officeDocument/2006/relationships/slideLayout" Target="../slideLayouts/slideLayout9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slide" Target="slide171.xml"/><Relationship Id="rId1" Type="http://schemas.openxmlformats.org/officeDocument/2006/relationships/slideLayout" Target="../slideLayouts/slideLayout9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slide" Target="slide171.xml"/><Relationship Id="rId1" Type="http://schemas.openxmlformats.org/officeDocument/2006/relationships/slideLayout" Target="../slideLayouts/slideLayout9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slide" Target="slide172.xml"/><Relationship Id="rId1" Type="http://schemas.openxmlformats.org/officeDocument/2006/relationships/slideLayout" Target="../slideLayouts/slideLayout9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slide" Target="slide171.xml"/><Relationship Id="rId1" Type="http://schemas.openxmlformats.org/officeDocument/2006/relationships/slideLayout" Target="../slideLayouts/slideLayout9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" Target="slide142.xml"/><Relationship Id="rId7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slide" Target="slide145.xml"/><Relationship Id="rId5" Type="http://schemas.openxmlformats.org/officeDocument/2006/relationships/slide" Target="slide144.xml"/><Relationship Id="rId4" Type="http://schemas.openxmlformats.org/officeDocument/2006/relationships/slide" Target="slide143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slide" Target="slide172.xml"/><Relationship Id="rId1" Type="http://schemas.openxmlformats.org/officeDocument/2006/relationships/slideLayout" Target="../slideLayouts/slideLayout9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slide" Target="slide172.xml"/><Relationship Id="rId1" Type="http://schemas.openxmlformats.org/officeDocument/2006/relationships/slideLayout" Target="../slideLayouts/slideLayout9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slide" Target="slide172.xml"/><Relationship Id="rId1" Type="http://schemas.openxmlformats.org/officeDocument/2006/relationships/slideLayout" Target="../slideLayouts/slideLayout9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slide" Target="slide173.xml"/><Relationship Id="rId1" Type="http://schemas.openxmlformats.org/officeDocument/2006/relationships/slideLayout" Target="../slideLayouts/slideLayout9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slide" Target="slide172.xml"/><Relationship Id="rId1" Type="http://schemas.openxmlformats.org/officeDocument/2006/relationships/slideLayout" Target="../slideLayouts/slideLayout9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" Target="slide148.xml"/><Relationship Id="rId7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slide" Target="slide151.xml"/><Relationship Id="rId5" Type="http://schemas.openxmlformats.org/officeDocument/2006/relationships/slide" Target="slide150.xml"/><Relationship Id="rId4" Type="http://schemas.openxmlformats.org/officeDocument/2006/relationships/slide" Target="slide149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slide" Target="slide173.xml"/><Relationship Id="rId1" Type="http://schemas.openxmlformats.org/officeDocument/2006/relationships/slideLayout" Target="../slideLayouts/slideLayout9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slide" Target="slide173.xml"/><Relationship Id="rId1" Type="http://schemas.openxmlformats.org/officeDocument/2006/relationships/slideLayout" Target="../slideLayouts/slideLayout9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slide" Target="slide173.xml"/><Relationship Id="rId1" Type="http://schemas.openxmlformats.org/officeDocument/2006/relationships/slideLayout" Target="../slideLayouts/slideLayout9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slide" Target="slide174.xml"/><Relationship Id="rId1" Type="http://schemas.openxmlformats.org/officeDocument/2006/relationships/slideLayout" Target="../slideLayouts/slideLayout9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slide" Target="slide173.xml"/><Relationship Id="rId1" Type="http://schemas.openxmlformats.org/officeDocument/2006/relationships/slideLayout" Target="../slideLayouts/slideLayout9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" Target="slide154.xml"/><Relationship Id="rId7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slide" Target="slide157.xml"/><Relationship Id="rId5" Type="http://schemas.openxmlformats.org/officeDocument/2006/relationships/slide" Target="slide156.xml"/><Relationship Id="rId4" Type="http://schemas.openxmlformats.org/officeDocument/2006/relationships/slide" Target="slide155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slide" Target="slide174.xml"/><Relationship Id="rId1" Type="http://schemas.openxmlformats.org/officeDocument/2006/relationships/slideLayout" Target="../slideLayouts/slideLayout9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slide" Target="slide174.xml"/><Relationship Id="rId1" Type="http://schemas.openxmlformats.org/officeDocument/2006/relationships/slideLayout" Target="../slideLayouts/slideLayout9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slide" Target="slide174.xml"/><Relationship Id="rId1" Type="http://schemas.openxmlformats.org/officeDocument/2006/relationships/slideLayout" Target="../slideLayouts/slideLayout9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slide" Target="slide175.xml"/><Relationship Id="rId1" Type="http://schemas.openxmlformats.org/officeDocument/2006/relationships/slideLayout" Target="../slideLayouts/slideLayout9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slide" Target="slide174.xml"/><Relationship Id="rId1" Type="http://schemas.openxmlformats.org/officeDocument/2006/relationships/slideLayout" Target="../slideLayouts/slideLayout9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" Target="slide160.xml"/><Relationship Id="rId7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slide" Target="slide163.xml"/><Relationship Id="rId5" Type="http://schemas.openxmlformats.org/officeDocument/2006/relationships/slide" Target="slide162.xml"/><Relationship Id="rId4" Type="http://schemas.openxmlformats.org/officeDocument/2006/relationships/slide" Target="slide16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slide" Target="slide175.xml"/><Relationship Id="rId1" Type="http://schemas.openxmlformats.org/officeDocument/2006/relationships/slideLayout" Target="../slideLayouts/slideLayout9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slide" Target="slide175.xml"/><Relationship Id="rId1" Type="http://schemas.openxmlformats.org/officeDocument/2006/relationships/slideLayout" Target="../slideLayouts/slideLayout9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slide" Target="slide175.xml"/><Relationship Id="rId1" Type="http://schemas.openxmlformats.org/officeDocument/2006/relationships/slideLayout" Target="../slideLayouts/slideLayout9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slide" Target="slide176.xml"/><Relationship Id="rId1" Type="http://schemas.openxmlformats.org/officeDocument/2006/relationships/slideLayout" Target="../slideLayouts/slideLayout9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slide" Target="slide175.xml"/><Relationship Id="rId1" Type="http://schemas.openxmlformats.org/officeDocument/2006/relationships/slideLayout" Target="../slideLayouts/slideLayout9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" Target="slide166.xml"/><Relationship Id="rId7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slide" Target="slide169.xml"/><Relationship Id="rId5" Type="http://schemas.openxmlformats.org/officeDocument/2006/relationships/slide" Target="slide168.xml"/><Relationship Id="rId4" Type="http://schemas.openxmlformats.org/officeDocument/2006/relationships/slide" Target="slide167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slide" Target="slide176.xml"/><Relationship Id="rId1" Type="http://schemas.openxmlformats.org/officeDocument/2006/relationships/slideLayout" Target="../slideLayouts/slideLayout9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slide" Target="slide176.xml"/><Relationship Id="rId1" Type="http://schemas.openxmlformats.org/officeDocument/2006/relationships/slideLayout" Target="../slideLayouts/slideLayout9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slide" Target="slide176.xml"/><Relationship Id="rId1" Type="http://schemas.openxmlformats.org/officeDocument/2006/relationships/slideLayout" Target="../slideLayouts/slideLayout9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slide" Target="slide177.xml"/><Relationship Id="rId1" Type="http://schemas.openxmlformats.org/officeDocument/2006/relationships/slideLayout" Target="../slideLayouts/slideLayout9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slide" Target="slide176.xml"/><Relationship Id="rId1" Type="http://schemas.openxmlformats.org/officeDocument/2006/relationships/slideLayout" Target="../slideLayouts/slideLayout9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9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9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9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9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9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9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9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ماموریت نجات اتم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بازی علمی پایه هشتم | فقط از صفحه‌های ۲۱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و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۲۲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کتاب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914400" y="1828800"/>
            <a:ext cx="10332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۷ سؤال • برای هر سؤال ۱۰</a:t>
            </a:r>
            <a:r>
              <a:rPr lang="en-US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 ثانیه فرصت داری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1097280" y="2606040"/>
            <a:ext cx="99666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روی یکی از چهار گزینه کلیک کن. پاسخ درست امتیاز می‌گیرد و در پایان، امتیاز نهایی به‌صورت خودکار نمایش داده می‌شود</a:t>
            </a:r>
            <a:r>
              <a:rPr lang="en-US" sz="20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5"/>
          <p:cNvSpPr/>
          <p:nvPr/>
        </p:nvSpPr>
        <p:spPr>
          <a:xfrm>
            <a:off x="1097280" y="3749040"/>
            <a:ext cx="9966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نکته: برای فعال شدن زمان‌سنج، ارائه را در حالت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Slide Show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اجرا کن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سؤال 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1 از 7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فعلی: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0 از 0 | زمان: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۱۰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ثانیه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3"/>
          <p:cNvSpPr/>
          <p:nvPr/>
        </p:nvSpPr>
        <p:spPr>
          <a:xfrm>
            <a:off x="822960" y="14173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7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کدام ذره بار منفی دارد؟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Rounded Rectangle 4">
            <a:hlinkClick r:id="rId3" action="ppaction://hlinksldjump"/>
          </p:cNvPr>
          <p:cNvSpPr/>
          <p:nvPr/>
        </p:nvSpPr>
        <p:spPr>
          <a:xfrm>
            <a:off x="91440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الف) پروتون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Rounded Rectangle 5">
            <a:hlinkClick r:id="rId4" action="ppaction://hlinksldjump"/>
          </p:cNvPr>
          <p:cNvSpPr/>
          <p:nvPr/>
        </p:nvSpPr>
        <p:spPr>
          <a:xfrm>
            <a:off x="91440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ب) نوترون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Rounded Rectangle 6">
            <a:hlinkClick r:id="rId5" action="ppaction://hlinksldjump"/>
          </p:cNvPr>
          <p:cNvSpPr/>
          <p:nvPr/>
        </p:nvSpPr>
        <p:spPr>
          <a:xfrm>
            <a:off x="658368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ج) الکترون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Rounded Rectangle 7">
            <a:hlinkClick r:id="rId6" action="ppaction://hlinksldjump"/>
          </p:cNvPr>
          <p:cNvSpPr/>
          <p:nvPr/>
        </p:nvSpPr>
        <p:spPr>
          <a:xfrm>
            <a:off x="658368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د) هسته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" name="Picture 8" descr="countdown10.gif"/>
          <p:cNvPicPr/>
          <p:nvPr/>
        </p:nvPicPr>
        <p:blipFill>
          <a:blip r:embed="rId7"/>
          <a:stretch/>
        </p:blipFill>
        <p:spPr>
          <a:xfrm>
            <a:off x="10652760" y="5139000"/>
            <a:ext cx="1023840" cy="102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advTm="10000">
    <p:sndAc>
      <p:stSnd>
        <p:snd r:embed="rId2" name="Countdown ticks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زمان تمام شد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!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1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914400" y="20116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8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الکترون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1005840" y="278892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الکترون بار منفی دارد</a:t>
            </a:r>
            <a:r>
              <a:rPr lang="en-US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5">
            <a:hlinkClick r:id="rId2" action="ppaction://hlinksldjump"/>
          </p:cNvPr>
          <p:cNvSpPr/>
          <p:nvPr/>
        </p:nvSpPr>
        <p:spPr>
          <a:xfrm>
            <a:off x="4023360" y="4206240"/>
            <a:ext cx="4114440" cy="73116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ادامه بدون امتیاز</a:t>
            </a:r>
            <a:r>
              <a:rPr lang="en-US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1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الکترون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الکترون بار منفی دارد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1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الکترون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الکترون بار منفی دارد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آفرین! پاسخ درست 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1 | +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پاسخ درست: الکترون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الکترون بار منفی دارد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1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الکترون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الکترون بار منفی دارد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سؤال 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2 از 7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فعلی: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0 از 1 | زمان: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۱۰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ثانیه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3"/>
          <p:cNvSpPr/>
          <p:nvPr/>
        </p:nvSpPr>
        <p:spPr>
          <a:xfrm>
            <a:off x="822960" y="14173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7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بار الکتریکی نوترون چیست؟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4">
            <a:hlinkClick r:id="rId3" action="ppaction://hlinksldjump"/>
          </p:cNvPr>
          <p:cNvSpPr/>
          <p:nvPr/>
        </p:nvSpPr>
        <p:spPr>
          <a:xfrm>
            <a:off x="91440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الف) مثبت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5">
            <a:hlinkClick r:id="rId4" action="ppaction://hlinksldjump"/>
          </p:cNvPr>
          <p:cNvSpPr/>
          <p:nvPr/>
        </p:nvSpPr>
        <p:spPr>
          <a:xfrm>
            <a:off x="91440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ب) منفی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6">
            <a:hlinkClick r:id="rId5" action="ppaction://hlinksldjump"/>
          </p:cNvPr>
          <p:cNvSpPr/>
          <p:nvPr/>
        </p:nvSpPr>
        <p:spPr>
          <a:xfrm>
            <a:off x="658368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ج) خنثی (صفر)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7">
            <a:hlinkClick r:id="rId6" action="ppaction://hlinksldjump"/>
          </p:cNvPr>
          <p:cNvSpPr/>
          <p:nvPr/>
        </p:nvSpPr>
        <p:spPr>
          <a:xfrm>
            <a:off x="658368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د) دو برابر مثبت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4" name="Picture 8" descr="countdown10.gif"/>
          <p:cNvPicPr/>
          <p:nvPr/>
        </p:nvPicPr>
        <p:blipFill>
          <a:blip r:embed="rId7"/>
          <a:stretch/>
        </p:blipFill>
        <p:spPr>
          <a:xfrm>
            <a:off x="10652760" y="5139000"/>
            <a:ext cx="1023840" cy="102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advTm="10000">
    <p:sndAc>
      <p:stSnd>
        <p:snd r:embed="rId2" name="Countdown ticks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زمان تمام شد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!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3"/>
          <p:cNvSpPr/>
          <p:nvPr/>
        </p:nvSpPr>
        <p:spPr>
          <a:xfrm>
            <a:off x="914400" y="20116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8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خنثی (صفر)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4"/>
          <p:cNvSpPr/>
          <p:nvPr/>
        </p:nvSpPr>
        <p:spPr>
          <a:xfrm>
            <a:off x="1005840" y="278892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نوترون بار الکتریکی ندارد</a:t>
            </a:r>
            <a:r>
              <a:rPr lang="en-US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5">
            <a:hlinkClick r:id="rId2" action="ppaction://hlinksldjump"/>
          </p:cNvPr>
          <p:cNvSpPr/>
          <p:nvPr/>
        </p:nvSpPr>
        <p:spPr>
          <a:xfrm>
            <a:off x="4023360" y="4206240"/>
            <a:ext cx="4114440" cy="73116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ادامه بدون امتیاز</a:t>
            </a:r>
            <a:r>
              <a:rPr lang="en-US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2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خنثی (صفر)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نوترون بار الکتریکی ندارد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2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خنثی (صفر)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نوترون بار الکتریکی ندارد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آفرین! پاسخ درست 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2 | +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پاسخ درست: خنثی (صفر)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نوترون بار الکتریکی ندارد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2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خنثی (صفر)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نوترون بار الکتریکی ندارد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سؤال 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2 از 7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فعلی: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1 از 1 | زمان: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۱۰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ثانیه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3"/>
          <p:cNvSpPr/>
          <p:nvPr/>
        </p:nvSpPr>
        <p:spPr>
          <a:xfrm>
            <a:off x="822960" y="14173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7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بار الکتریکی نوترون چیست؟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4">
            <a:hlinkClick r:id="rId3" action="ppaction://hlinksldjump"/>
          </p:cNvPr>
          <p:cNvSpPr/>
          <p:nvPr/>
        </p:nvSpPr>
        <p:spPr>
          <a:xfrm>
            <a:off x="91440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الف) مثبت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Rounded Rectangle 5">
            <a:hlinkClick r:id="rId4" action="ppaction://hlinksldjump"/>
          </p:cNvPr>
          <p:cNvSpPr/>
          <p:nvPr/>
        </p:nvSpPr>
        <p:spPr>
          <a:xfrm>
            <a:off x="91440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ب) منفی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6">
            <a:hlinkClick r:id="rId5" action="ppaction://hlinksldjump"/>
          </p:cNvPr>
          <p:cNvSpPr/>
          <p:nvPr/>
        </p:nvSpPr>
        <p:spPr>
          <a:xfrm>
            <a:off x="658368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ج) خنثی (صفر)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7">
            <a:hlinkClick r:id="rId6" action="ppaction://hlinksldjump"/>
          </p:cNvPr>
          <p:cNvSpPr/>
          <p:nvPr/>
        </p:nvSpPr>
        <p:spPr>
          <a:xfrm>
            <a:off x="658368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د) دو برابر مثبت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7" name="Picture 8" descr="countdown10.gif"/>
          <p:cNvPicPr/>
          <p:nvPr/>
        </p:nvPicPr>
        <p:blipFill>
          <a:blip r:embed="rId7"/>
          <a:stretch/>
        </p:blipFill>
        <p:spPr>
          <a:xfrm>
            <a:off x="10652760" y="5139000"/>
            <a:ext cx="1023840" cy="102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advTm="10000">
    <p:sndAc>
      <p:stSnd>
        <p:snd r:embed="rId2" name="Countdown ticks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زمان تمام شد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!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3"/>
          <p:cNvSpPr/>
          <p:nvPr/>
        </p:nvSpPr>
        <p:spPr>
          <a:xfrm>
            <a:off x="914400" y="20116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8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خنثی (صفر)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4"/>
          <p:cNvSpPr/>
          <p:nvPr/>
        </p:nvSpPr>
        <p:spPr>
          <a:xfrm>
            <a:off x="1005840" y="278892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نوترون بار الکتریکی ندارد</a:t>
            </a:r>
            <a:r>
              <a:rPr lang="en-US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Rounded Rectangle 5">
            <a:hlinkClick r:id="rId2" action="ppaction://hlinksldjump"/>
          </p:cNvPr>
          <p:cNvSpPr/>
          <p:nvPr/>
        </p:nvSpPr>
        <p:spPr>
          <a:xfrm>
            <a:off x="4023360" y="4206240"/>
            <a:ext cx="4114440" cy="73116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ادامه بدون امتیاز</a:t>
            </a:r>
            <a:r>
              <a:rPr lang="en-US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2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خنثی (صفر)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نوترون بار الکتریکی ندارد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2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خنثی (صفر)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نوترون بار الکتریکی ندارد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آفرین! پاسخ درست 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2 | +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پاسخ درست: خنثی (صفر)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نوترون بار الکتریکی ندارد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2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خنثی (صفر)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نوترون بار الکتریکی ندارد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سؤال 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3 از 7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فعلی: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0 از 2 | زمان: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۱۰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ثانیه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3"/>
          <p:cNvSpPr/>
          <p:nvPr/>
        </p:nvSpPr>
        <p:spPr>
          <a:xfrm>
            <a:off x="822960" y="14173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7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عدد اتمی هر عنصر برابر است با تعداد چه ذره‌ای؟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Rounded Rectangle 4">
            <a:hlinkClick r:id="rId3" action="ppaction://hlinksldjump"/>
          </p:cNvPr>
          <p:cNvSpPr/>
          <p:nvPr/>
        </p:nvSpPr>
        <p:spPr>
          <a:xfrm>
            <a:off x="91440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الف) الکترون‌ها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Rounded Rectangle 5">
            <a:hlinkClick r:id="rId4" action="ppaction://hlinksldjump"/>
          </p:cNvPr>
          <p:cNvSpPr/>
          <p:nvPr/>
        </p:nvSpPr>
        <p:spPr>
          <a:xfrm>
            <a:off x="91440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ب) پروتون‌ها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Rounded Rectangle 6">
            <a:hlinkClick r:id="rId5" action="ppaction://hlinksldjump"/>
          </p:cNvPr>
          <p:cNvSpPr/>
          <p:nvPr/>
        </p:nvSpPr>
        <p:spPr>
          <a:xfrm>
            <a:off x="658368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ج) نوترون‌ها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Rounded Rectangle 7">
            <a:hlinkClick r:id="rId6" action="ppaction://hlinksldjump"/>
          </p:cNvPr>
          <p:cNvSpPr/>
          <p:nvPr/>
        </p:nvSpPr>
        <p:spPr>
          <a:xfrm>
            <a:off x="658368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د) همه ذره‌ها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0" name="Picture 8" descr="countdown10.gif"/>
          <p:cNvPicPr/>
          <p:nvPr/>
        </p:nvPicPr>
        <p:blipFill>
          <a:blip r:embed="rId7"/>
          <a:stretch/>
        </p:blipFill>
        <p:spPr>
          <a:xfrm>
            <a:off x="10652760" y="5139000"/>
            <a:ext cx="1023840" cy="102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advTm="10000">
    <p:sndAc>
      <p:stSnd>
        <p:snd r:embed="rId2" name="Countdown ticks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زمان تمام شد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!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3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3"/>
          <p:cNvSpPr/>
          <p:nvPr/>
        </p:nvSpPr>
        <p:spPr>
          <a:xfrm>
            <a:off x="914400" y="20116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8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پروتون‌ها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4"/>
          <p:cNvSpPr/>
          <p:nvPr/>
        </p:nvSpPr>
        <p:spPr>
          <a:xfrm>
            <a:off x="1005840" y="278892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عدد اتمی برابر تعداد پروتون‌های اتم است</a:t>
            </a:r>
            <a:r>
              <a:rPr lang="en-US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Rounded Rectangle 5">
            <a:hlinkClick r:id="rId2" action="ppaction://hlinksldjump"/>
          </p:cNvPr>
          <p:cNvSpPr/>
          <p:nvPr/>
        </p:nvSpPr>
        <p:spPr>
          <a:xfrm>
            <a:off x="4023360" y="4206240"/>
            <a:ext cx="4114440" cy="73116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ادامه بدون امتیاز</a:t>
            </a:r>
            <a:r>
              <a:rPr lang="en-US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3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پروتون‌ها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عدد اتمی برابر تعداد پروتون‌های اتم است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آفرین! پاسخ درست 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3 | +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پاسخ درست: پروتون‌ها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عدد اتمی برابر تعداد پروتون‌های اتم است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3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پروتون‌ها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عدد اتمی برابر تعداد پروتون‌های اتم است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3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پروتون‌ها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عدد اتمی برابر تعداد پروتون‌های اتم است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سؤال 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3 از 7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فعلی: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1 از 2 | زمان: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۱۰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ثانیه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3"/>
          <p:cNvSpPr/>
          <p:nvPr/>
        </p:nvSpPr>
        <p:spPr>
          <a:xfrm>
            <a:off x="822960" y="14173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7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عدد اتمی هر عنصر برابر است با تعداد چه ذره‌ای؟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Rounded Rectangle 4">
            <a:hlinkClick r:id="rId3" action="ppaction://hlinksldjump"/>
          </p:cNvPr>
          <p:cNvSpPr/>
          <p:nvPr/>
        </p:nvSpPr>
        <p:spPr>
          <a:xfrm>
            <a:off x="91440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الف) الکترون‌ها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Rounded Rectangle 5">
            <a:hlinkClick r:id="rId4" action="ppaction://hlinksldjump"/>
          </p:cNvPr>
          <p:cNvSpPr/>
          <p:nvPr/>
        </p:nvSpPr>
        <p:spPr>
          <a:xfrm>
            <a:off x="91440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ب) پروتون‌ها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Rounded Rectangle 6">
            <a:hlinkClick r:id="rId5" action="ppaction://hlinksldjump"/>
          </p:cNvPr>
          <p:cNvSpPr/>
          <p:nvPr/>
        </p:nvSpPr>
        <p:spPr>
          <a:xfrm>
            <a:off x="658368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ج) نوترون‌ها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Rounded Rectangle 7">
            <a:hlinkClick r:id="rId6" action="ppaction://hlinksldjump"/>
          </p:cNvPr>
          <p:cNvSpPr/>
          <p:nvPr/>
        </p:nvSpPr>
        <p:spPr>
          <a:xfrm>
            <a:off x="658368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د) همه ذره‌ها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3" name="Picture 8" descr="countdown10.gif"/>
          <p:cNvPicPr/>
          <p:nvPr/>
        </p:nvPicPr>
        <p:blipFill>
          <a:blip r:embed="rId7"/>
          <a:stretch/>
        </p:blipFill>
        <p:spPr>
          <a:xfrm>
            <a:off x="10652760" y="5139000"/>
            <a:ext cx="1023840" cy="102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advTm="10000">
    <p:sndAc>
      <p:stSnd>
        <p:snd r:embed="rId2" name="Countdown ticks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زمان تمام شد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!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3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3"/>
          <p:cNvSpPr/>
          <p:nvPr/>
        </p:nvSpPr>
        <p:spPr>
          <a:xfrm>
            <a:off x="914400" y="20116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8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پروتون‌ها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4"/>
          <p:cNvSpPr/>
          <p:nvPr/>
        </p:nvSpPr>
        <p:spPr>
          <a:xfrm>
            <a:off x="1005840" y="278892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عدد اتمی برابر تعداد پروتون‌های اتم است</a:t>
            </a:r>
            <a:r>
              <a:rPr lang="en-US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Rounded Rectangle 5">
            <a:hlinkClick r:id="rId2" action="ppaction://hlinksldjump"/>
          </p:cNvPr>
          <p:cNvSpPr/>
          <p:nvPr/>
        </p:nvSpPr>
        <p:spPr>
          <a:xfrm>
            <a:off x="4023360" y="4206240"/>
            <a:ext cx="4114440" cy="73116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ادامه بدون امتیاز</a:t>
            </a:r>
            <a:r>
              <a:rPr lang="en-US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3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پروتون‌ها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عدد اتمی برابر تعداد پروتون‌های اتم است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آفرین! پاسخ درست 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3 | +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پاسخ درست: پروتون‌ها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عدد اتمی برابر تعداد پروتون‌های اتم است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3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پروتون‌ها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عدد اتمی برابر تعداد پروتون‌های اتم است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3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پروتون‌ها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عدد اتمی برابر تعداد پروتون‌های اتم است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سؤال 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3 از 7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فعلی: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2 از 2 | زمان: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۱۰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ثانیه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3"/>
          <p:cNvSpPr/>
          <p:nvPr/>
        </p:nvSpPr>
        <p:spPr>
          <a:xfrm>
            <a:off x="822960" y="14173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7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عدد اتمی هر عنصر برابر است با تعداد چه ذره‌ای؟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Rounded Rectangle 4">
            <a:hlinkClick r:id="rId3" action="ppaction://hlinksldjump"/>
          </p:cNvPr>
          <p:cNvSpPr/>
          <p:nvPr/>
        </p:nvSpPr>
        <p:spPr>
          <a:xfrm>
            <a:off x="91440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الف) الکترون‌ها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Rounded Rectangle 5">
            <a:hlinkClick r:id="rId4" action="ppaction://hlinksldjump"/>
          </p:cNvPr>
          <p:cNvSpPr/>
          <p:nvPr/>
        </p:nvSpPr>
        <p:spPr>
          <a:xfrm>
            <a:off x="91440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ب) پروتون‌ها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Rounded Rectangle 6">
            <a:hlinkClick r:id="rId5" action="ppaction://hlinksldjump"/>
          </p:cNvPr>
          <p:cNvSpPr/>
          <p:nvPr/>
        </p:nvSpPr>
        <p:spPr>
          <a:xfrm>
            <a:off x="658368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ج) نوترون‌ها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Rounded Rectangle 7">
            <a:hlinkClick r:id="rId6" action="ppaction://hlinksldjump"/>
          </p:cNvPr>
          <p:cNvSpPr/>
          <p:nvPr/>
        </p:nvSpPr>
        <p:spPr>
          <a:xfrm>
            <a:off x="658368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د) همه ذره‌ها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6" name="Picture 8" descr="countdown10.gif"/>
          <p:cNvPicPr/>
          <p:nvPr/>
        </p:nvPicPr>
        <p:blipFill>
          <a:blip r:embed="rId7"/>
          <a:stretch/>
        </p:blipFill>
        <p:spPr>
          <a:xfrm>
            <a:off x="10652760" y="5139000"/>
            <a:ext cx="1023840" cy="102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advTm="10000">
    <p:sndAc>
      <p:stSnd>
        <p:snd r:embed="rId2" name="Countdown ticks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زمان تمام شد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!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3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3"/>
          <p:cNvSpPr/>
          <p:nvPr/>
        </p:nvSpPr>
        <p:spPr>
          <a:xfrm>
            <a:off x="914400" y="20116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8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پروتون‌ها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4"/>
          <p:cNvSpPr/>
          <p:nvPr/>
        </p:nvSpPr>
        <p:spPr>
          <a:xfrm>
            <a:off x="1005840" y="278892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عدد اتمی برابر تعداد پروتون‌های اتم است</a:t>
            </a:r>
            <a:r>
              <a:rPr lang="en-US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Rounded Rectangle 5">
            <a:hlinkClick r:id="rId2" action="ppaction://hlinksldjump"/>
          </p:cNvPr>
          <p:cNvSpPr/>
          <p:nvPr/>
        </p:nvSpPr>
        <p:spPr>
          <a:xfrm>
            <a:off x="4023360" y="4206240"/>
            <a:ext cx="4114440" cy="73116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ادامه بدون امتیاز</a:t>
            </a:r>
            <a:r>
              <a:rPr lang="en-US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3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پروتون‌ها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عدد اتمی برابر تعداد پروتون‌های اتم است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آفرین! پاسخ درست 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3 | +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پاسخ درست: پروتون‌ها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عدد اتمی برابر تعداد پروتون‌های اتم است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3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پروتون‌ها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عدد اتمی برابر تعداد پروتون‌های اتم است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3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پروتون‌ها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عدد اتمی برابر تعداد پروتون‌های اتم است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سؤال 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4 از 7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فعلی: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0 از 3 | زمان: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۱۰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ثانیه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3"/>
          <p:cNvSpPr/>
          <p:nvPr/>
        </p:nvSpPr>
        <p:spPr>
          <a:xfrm>
            <a:off x="822960" y="14173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7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جرم نسبی پروتون و نوترون چگونه است؟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Rounded Rectangle 4">
            <a:hlinkClick r:id="rId3" action="ppaction://hlinksldjump"/>
          </p:cNvPr>
          <p:cNvSpPr/>
          <p:nvPr/>
        </p:nvSpPr>
        <p:spPr>
          <a:xfrm>
            <a:off x="91440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الف) هر دو تقریباً 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Rounded Rectangle 5">
            <a:hlinkClick r:id="rId4" action="ppaction://hlinksldjump"/>
          </p:cNvPr>
          <p:cNvSpPr/>
          <p:nvPr/>
        </p:nvSpPr>
        <p:spPr>
          <a:xfrm>
            <a:off x="91440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ب) پروتون صفر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Rounded Rectangle 6">
            <a:hlinkClick r:id="rId5" action="ppaction://hlinksldjump"/>
          </p:cNvPr>
          <p:cNvSpPr/>
          <p:nvPr/>
        </p:nvSpPr>
        <p:spPr>
          <a:xfrm>
            <a:off x="658368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ج) نوترون خیلی کمتر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Rounded Rectangle 7">
            <a:hlinkClick r:id="rId6" action="ppaction://hlinksldjump"/>
          </p:cNvPr>
          <p:cNvSpPr/>
          <p:nvPr/>
        </p:nvSpPr>
        <p:spPr>
          <a:xfrm>
            <a:off x="658368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د) هر دو منفی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9" name="Picture 8" descr="countdown10.gif"/>
          <p:cNvPicPr/>
          <p:nvPr/>
        </p:nvPicPr>
        <p:blipFill>
          <a:blip r:embed="rId7"/>
          <a:stretch/>
        </p:blipFill>
        <p:spPr>
          <a:xfrm>
            <a:off x="10652760" y="5139000"/>
            <a:ext cx="1023840" cy="102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advTm="10000">
    <p:sndAc>
      <p:stSnd>
        <p:snd r:embed="rId2" name="Countdown ticks"/>
      </p:stSnd>
    </p:sndAc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زمان تمام شد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!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4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3"/>
          <p:cNvSpPr/>
          <p:nvPr/>
        </p:nvSpPr>
        <p:spPr>
          <a:xfrm>
            <a:off x="914400" y="20116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8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هر دو تقریباً ۱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4"/>
          <p:cNvSpPr/>
          <p:nvPr/>
        </p:nvSpPr>
        <p:spPr>
          <a:xfrm>
            <a:off x="1005840" y="278892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جرم نسبی پروتون و نوترون تقریباً برابر و نزدیک ۱</a:t>
            </a:r>
            <a:r>
              <a:rPr lang="en-US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است.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Rounded Rectangle 5">
            <a:hlinkClick r:id="rId2" action="ppaction://hlinksldjump"/>
          </p:cNvPr>
          <p:cNvSpPr/>
          <p:nvPr/>
        </p:nvSpPr>
        <p:spPr>
          <a:xfrm>
            <a:off x="4023360" y="4206240"/>
            <a:ext cx="4114440" cy="73116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ادامه بدون امتیاز</a:t>
            </a:r>
            <a:r>
              <a:rPr lang="en-US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آفرین! پاسخ درست 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4 | +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پاسخ درست: هر دو تقریباً ۱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جرم نسبی پروتون و نوترون تقریباً برابر و نزدیک ۱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است.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4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هر دو تقریباً ۱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جرم نسبی پروتون و نوترون تقریباً برابر و نزدیک ۱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است.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4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هر دو تقریباً ۱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جرم نسبی پروتون و نوترون تقریباً برابر و نزدیک ۱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است.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4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هر دو تقریباً ۱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جرم نسبی پروتون و نوترون تقریباً برابر و نزدیک ۱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است.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سؤال 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4 از 7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فعلی: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1 از 3 | زمان: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۱۰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ثانیه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3"/>
          <p:cNvSpPr/>
          <p:nvPr/>
        </p:nvSpPr>
        <p:spPr>
          <a:xfrm>
            <a:off x="822960" y="14173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7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جرم نسبی پروتون و نوترون چگونه است؟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Rounded Rectangle 4">
            <a:hlinkClick r:id="rId3" action="ppaction://hlinksldjump"/>
          </p:cNvPr>
          <p:cNvSpPr/>
          <p:nvPr/>
        </p:nvSpPr>
        <p:spPr>
          <a:xfrm>
            <a:off x="91440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الف) هر دو تقریباً 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Rounded Rectangle 5">
            <a:hlinkClick r:id="rId4" action="ppaction://hlinksldjump"/>
          </p:cNvPr>
          <p:cNvSpPr/>
          <p:nvPr/>
        </p:nvSpPr>
        <p:spPr>
          <a:xfrm>
            <a:off x="91440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ب) پروتون صفر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Rounded Rectangle 6">
            <a:hlinkClick r:id="rId5" action="ppaction://hlinksldjump"/>
          </p:cNvPr>
          <p:cNvSpPr/>
          <p:nvPr/>
        </p:nvSpPr>
        <p:spPr>
          <a:xfrm>
            <a:off x="658368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ج) نوترون خیلی کمتر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Rounded Rectangle 7">
            <a:hlinkClick r:id="rId6" action="ppaction://hlinksldjump"/>
          </p:cNvPr>
          <p:cNvSpPr/>
          <p:nvPr/>
        </p:nvSpPr>
        <p:spPr>
          <a:xfrm>
            <a:off x="658368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د) هر دو منفی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2" name="Picture 8" descr="countdown10.gif"/>
          <p:cNvPicPr/>
          <p:nvPr/>
        </p:nvPicPr>
        <p:blipFill>
          <a:blip r:embed="rId7"/>
          <a:stretch/>
        </p:blipFill>
        <p:spPr>
          <a:xfrm>
            <a:off x="10652760" y="5139000"/>
            <a:ext cx="1023840" cy="102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advTm="10000">
    <p:sndAc>
      <p:stSnd>
        <p:snd r:embed="rId2" name="Countdown ticks"/>
      </p:stSnd>
    </p:sndAc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زمان تمام شد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!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4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3"/>
          <p:cNvSpPr/>
          <p:nvPr/>
        </p:nvSpPr>
        <p:spPr>
          <a:xfrm>
            <a:off x="914400" y="20116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8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هر دو تقریباً ۱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4"/>
          <p:cNvSpPr/>
          <p:nvPr/>
        </p:nvSpPr>
        <p:spPr>
          <a:xfrm>
            <a:off x="1005840" y="278892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جرم نسبی پروتون و نوترون تقریباً برابر و نزدیک ۱</a:t>
            </a:r>
            <a:r>
              <a:rPr lang="en-US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است.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Rounded Rectangle 5">
            <a:hlinkClick r:id="rId2" action="ppaction://hlinksldjump"/>
          </p:cNvPr>
          <p:cNvSpPr/>
          <p:nvPr/>
        </p:nvSpPr>
        <p:spPr>
          <a:xfrm>
            <a:off x="4023360" y="4206240"/>
            <a:ext cx="4114440" cy="73116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ادامه بدون امتیاز</a:t>
            </a:r>
            <a:r>
              <a:rPr lang="en-US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آفرین! پاسخ درست 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4 | +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پاسخ درست: هر دو تقریباً ۱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جرم نسبی پروتون و نوترون تقریباً برابر و نزدیک ۱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است.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4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هر دو تقریباً ۱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جرم نسبی پروتون و نوترون تقریباً برابر و نزدیک ۱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است.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4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هر دو تقریباً ۱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جرم نسبی پروتون و نوترون تقریباً برابر و نزدیک ۱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است.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4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هر دو تقریباً ۱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جرم نسبی پروتون و نوترون تقریباً برابر و نزدیک ۱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است.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سؤال 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4 از 7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فعلی: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2 از 3 | زمان: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۱۰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ثانیه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3"/>
          <p:cNvSpPr/>
          <p:nvPr/>
        </p:nvSpPr>
        <p:spPr>
          <a:xfrm>
            <a:off x="822960" y="14173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7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جرم نسبی پروتون و نوترون چگونه است؟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Rounded Rectangle 4">
            <a:hlinkClick r:id="rId3" action="ppaction://hlinksldjump"/>
          </p:cNvPr>
          <p:cNvSpPr/>
          <p:nvPr/>
        </p:nvSpPr>
        <p:spPr>
          <a:xfrm>
            <a:off x="91440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الف) هر دو تقریباً 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Rounded Rectangle 5">
            <a:hlinkClick r:id="rId4" action="ppaction://hlinksldjump"/>
          </p:cNvPr>
          <p:cNvSpPr/>
          <p:nvPr/>
        </p:nvSpPr>
        <p:spPr>
          <a:xfrm>
            <a:off x="91440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ب) پروتون صفر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Rounded Rectangle 6">
            <a:hlinkClick r:id="rId5" action="ppaction://hlinksldjump"/>
          </p:cNvPr>
          <p:cNvSpPr/>
          <p:nvPr/>
        </p:nvSpPr>
        <p:spPr>
          <a:xfrm>
            <a:off x="658368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ج) نوترون خیلی کمتر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Rounded Rectangle 7">
            <a:hlinkClick r:id="rId6" action="ppaction://hlinksldjump"/>
          </p:cNvPr>
          <p:cNvSpPr/>
          <p:nvPr/>
        </p:nvSpPr>
        <p:spPr>
          <a:xfrm>
            <a:off x="658368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د) هر دو منفی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5" name="Picture 8" descr="countdown10.gif"/>
          <p:cNvPicPr/>
          <p:nvPr/>
        </p:nvPicPr>
        <p:blipFill>
          <a:blip r:embed="rId7"/>
          <a:stretch/>
        </p:blipFill>
        <p:spPr>
          <a:xfrm>
            <a:off x="10652760" y="5139000"/>
            <a:ext cx="1023840" cy="102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advTm="10000">
    <p:sndAc>
      <p:stSnd>
        <p:snd r:embed="rId2" name="Countdown ticks"/>
      </p:stSnd>
    </p:sndAc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زمان تمام شد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!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4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3"/>
          <p:cNvSpPr/>
          <p:nvPr/>
        </p:nvSpPr>
        <p:spPr>
          <a:xfrm>
            <a:off x="914400" y="20116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8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هر دو تقریباً ۱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4"/>
          <p:cNvSpPr/>
          <p:nvPr/>
        </p:nvSpPr>
        <p:spPr>
          <a:xfrm>
            <a:off x="1005840" y="278892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جرم نسبی پروتون و نوترون تقریباً برابر و نزدیک ۱</a:t>
            </a:r>
            <a:r>
              <a:rPr lang="en-US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است.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Rounded Rectangle 5">
            <a:hlinkClick r:id="rId2" action="ppaction://hlinksldjump"/>
          </p:cNvPr>
          <p:cNvSpPr/>
          <p:nvPr/>
        </p:nvSpPr>
        <p:spPr>
          <a:xfrm>
            <a:off x="4023360" y="4206240"/>
            <a:ext cx="4114440" cy="73116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ادامه بدون امتیاز</a:t>
            </a:r>
            <a:r>
              <a:rPr lang="en-US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آفرین! پاسخ درست 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4 | +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پاسخ درست: هر دو تقریباً ۱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جرم نسبی پروتون و نوترون تقریباً برابر و نزدیک ۱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است.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4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هر دو تقریباً ۱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جرم نسبی پروتون و نوترون تقریباً برابر و نزدیک ۱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است.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4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هر دو تقریباً ۱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جرم نسبی پروتون و نوترون تقریباً برابر و نزدیک ۱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است.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4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هر دو تقریباً ۱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جرم نسبی پروتون و نوترون تقریباً برابر و نزدیک ۱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است.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سؤال 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4 از 7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فعلی: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3 از 3 | زمان: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۱۰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ثانیه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3"/>
          <p:cNvSpPr/>
          <p:nvPr/>
        </p:nvSpPr>
        <p:spPr>
          <a:xfrm>
            <a:off x="822960" y="14173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7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جرم نسبی پروتون و نوترون چگونه است؟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Rounded Rectangle 4">
            <a:hlinkClick r:id="rId3" action="ppaction://hlinksldjump"/>
          </p:cNvPr>
          <p:cNvSpPr/>
          <p:nvPr/>
        </p:nvSpPr>
        <p:spPr>
          <a:xfrm>
            <a:off x="91440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الف) هر دو تقریباً 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Rounded Rectangle 5">
            <a:hlinkClick r:id="rId4" action="ppaction://hlinksldjump"/>
          </p:cNvPr>
          <p:cNvSpPr/>
          <p:nvPr/>
        </p:nvSpPr>
        <p:spPr>
          <a:xfrm>
            <a:off x="91440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ب) پروتون صفر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Rounded Rectangle 6">
            <a:hlinkClick r:id="rId5" action="ppaction://hlinksldjump"/>
          </p:cNvPr>
          <p:cNvSpPr/>
          <p:nvPr/>
        </p:nvSpPr>
        <p:spPr>
          <a:xfrm>
            <a:off x="658368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ج) نوترون خیلی کمتر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Rounded Rectangle 7">
            <a:hlinkClick r:id="rId6" action="ppaction://hlinksldjump"/>
          </p:cNvPr>
          <p:cNvSpPr/>
          <p:nvPr/>
        </p:nvSpPr>
        <p:spPr>
          <a:xfrm>
            <a:off x="658368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د) هر دو منفی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8" name="Picture 8" descr="countdown10.gif"/>
          <p:cNvPicPr/>
          <p:nvPr/>
        </p:nvPicPr>
        <p:blipFill>
          <a:blip r:embed="rId7"/>
          <a:stretch/>
        </p:blipFill>
        <p:spPr>
          <a:xfrm>
            <a:off x="10652760" y="5139000"/>
            <a:ext cx="1023840" cy="102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advTm="10000">
    <p:sndAc>
      <p:stSnd>
        <p:snd r:embed="rId2" name="Countdown ticks"/>
      </p:stSnd>
    </p:sndAc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زمان تمام شد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!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4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Box 3"/>
          <p:cNvSpPr/>
          <p:nvPr/>
        </p:nvSpPr>
        <p:spPr>
          <a:xfrm>
            <a:off x="914400" y="20116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8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هر دو تقریباً ۱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Box 4"/>
          <p:cNvSpPr/>
          <p:nvPr/>
        </p:nvSpPr>
        <p:spPr>
          <a:xfrm>
            <a:off x="1005840" y="278892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جرم نسبی پروتون و نوترون تقریباً برابر و نزدیک ۱</a:t>
            </a:r>
            <a:r>
              <a:rPr lang="en-US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است.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Rounded Rectangle 5">
            <a:hlinkClick r:id="rId2" action="ppaction://hlinksldjump"/>
          </p:cNvPr>
          <p:cNvSpPr/>
          <p:nvPr/>
        </p:nvSpPr>
        <p:spPr>
          <a:xfrm>
            <a:off x="4023360" y="4206240"/>
            <a:ext cx="4114440" cy="73116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ادامه بدون امتیاز</a:t>
            </a:r>
            <a:r>
              <a:rPr lang="en-US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آفرین! پاسخ درست 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4 | +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پاسخ درست: هر دو تقریباً ۱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جرم نسبی پروتون و نوترون تقریباً برابر و نزدیک ۱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است.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4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هر دو تقریباً ۱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جرم نسبی پروتون و نوترون تقریباً برابر و نزدیک ۱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است.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4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هر دو تقریباً ۱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جرم نسبی پروتون و نوترون تقریباً برابر و نزدیک ۱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است.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4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هر دو تقریباً ۱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جرم نسبی پروتون و نوترون تقریباً برابر و نزدیک ۱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است.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سؤال 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5 از 7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فعلی: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0 از 4 | زمان: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۱۰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ثانیه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3"/>
          <p:cNvSpPr/>
          <p:nvPr/>
        </p:nvSpPr>
        <p:spPr>
          <a:xfrm>
            <a:off x="822960" y="14173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7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اتم خنثی چه ویژگی‌ای دارد؟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Rounded Rectangle 4">
            <a:hlinkClick r:id="rId3" action="ppaction://hlinksldjump"/>
          </p:cNvPr>
          <p:cNvSpPr/>
          <p:nvPr/>
        </p:nvSpPr>
        <p:spPr>
          <a:xfrm>
            <a:off x="91440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الف) پروتون ندارد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Rounded Rectangle 5">
            <a:hlinkClick r:id="rId4" action="ppaction://hlinksldjump"/>
          </p:cNvPr>
          <p:cNvSpPr/>
          <p:nvPr/>
        </p:nvSpPr>
        <p:spPr>
          <a:xfrm>
            <a:off x="91440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ب) تعداد پروتون و الکترون برابر است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Rounded Rectangle 6">
            <a:hlinkClick r:id="rId5" action="ppaction://hlinksldjump"/>
          </p:cNvPr>
          <p:cNvSpPr/>
          <p:nvPr/>
        </p:nvSpPr>
        <p:spPr>
          <a:xfrm>
            <a:off x="658368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ج) نوترون ندارد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Rounded Rectangle 7">
            <a:hlinkClick r:id="rId6" action="ppaction://hlinksldjump"/>
          </p:cNvPr>
          <p:cNvSpPr/>
          <p:nvPr/>
        </p:nvSpPr>
        <p:spPr>
          <a:xfrm>
            <a:off x="658368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د) بار منفی دارد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1" name="Picture 8" descr="countdown10.gif"/>
          <p:cNvPicPr/>
          <p:nvPr/>
        </p:nvPicPr>
        <p:blipFill>
          <a:blip r:embed="rId7"/>
          <a:stretch/>
        </p:blipFill>
        <p:spPr>
          <a:xfrm>
            <a:off x="10652760" y="5139000"/>
            <a:ext cx="1023840" cy="102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advTm="10000">
    <p:sndAc>
      <p:stSnd>
        <p:snd r:embed="rId2" name="Countdown ticks"/>
      </p:stSnd>
    </p:sndAc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زمان تمام شد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!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5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3"/>
          <p:cNvSpPr/>
          <p:nvPr/>
        </p:nvSpPr>
        <p:spPr>
          <a:xfrm>
            <a:off x="914400" y="20116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8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تعداد پروتون و الکترون برابر است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4"/>
          <p:cNvSpPr/>
          <p:nvPr/>
        </p:nvSpPr>
        <p:spPr>
          <a:xfrm>
            <a:off x="1005840" y="278892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خنثی، بارهای مثبت و منفی همدیگر را خنثی می‌کنند</a:t>
            </a:r>
            <a:r>
              <a:rPr lang="en-US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Rounded Rectangle 5">
            <a:hlinkClick r:id="rId2" action="ppaction://hlinksldjump"/>
          </p:cNvPr>
          <p:cNvSpPr/>
          <p:nvPr/>
        </p:nvSpPr>
        <p:spPr>
          <a:xfrm>
            <a:off x="4023360" y="4206240"/>
            <a:ext cx="4114440" cy="73116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ادامه بدون امتیاز</a:t>
            </a:r>
            <a:r>
              <a:rPr lang="en-US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5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تعداد پروتون و الکترون برابر است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خنثی، بارهای مثبت و منفی همدیگر را خنثی می‌کنند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آفرین! پاسخ درست 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5 | +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پاسخ درست: تعداد پروتون و الکترون برابر است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خنثی، بارهای مثبت و منفی همدیگر را خنثی می‌کنند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5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تعداد پروتون و الکترون برابر است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خنثی، بارهای مثبت و منفی همدیگر را خنثی می‌کنند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5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تعداد پروتون و الکترون برابر است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خنثی، بارهای مثبت و منفی همدیگر را خنثی می‌کنند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سؤال 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5 از 7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فعلی: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1 از 4 | زمان: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۱۰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ثانیه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3"/>
          <p:cNvSpPr/>
          <p:nvPr/>
        </p:nvSpPr>
        <p:spPr>
          <a:xfrm>
            <a:off x="822960" y="14173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7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اتم خنثی چه ویژگی‌ای دارد؟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Rounded Rectangle 4">
            <a:hlinkClick r:id="rId3" action="ppaction://hlinksldjump"/>
          </p:cNvPr>
          <p:cNvSpPr/>
          <p:nvPr/>
        </p:nvSpPr>
        <p:spPr>
          <a:xfrm>
            <a:off x="91440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الف) پروتون ندارد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Rounded Rectangle 5">
            <a:hlinkClick r:id="rId4" action="ppaction://hlinksldjump"/>
          </p:cNvPr>
          <p:cNvSpPr/>
          <p:nvPr/>
        </p:nvSpPr>
        <p:spPr>
          <a:xfrm>
            <a:off x="91440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ب) تعداد پروتون و الکترون برابر است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Rounded Rectangle 6">
            <a:hlinkClick r:id="rId5" action="ppaction://hlinksldjump"/>
          </p:cNvPr>
          <p:cNvSpPr/>
          <p:nvPr/>
        </p:nvSpPr>
        <p:spPr>
          <a:xfrm>
            <a:off x="658368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ج) نوترون ندارد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Rounded Rectangle 7">
            <a:hlinkClick r:id="rId6" action="ppaction://hlinksldjump"/>
          </p:cNvPr>
          <p:cNvSpPr/>
          <p:nvPr/>
        </p:nvSpPr>
        <p:spPr>
          <a:xfrm>
            <a:off x="658368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د) بار منفی دارد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4" name="Picture 8" descr="countdown10.gif"/>
          <p:cNvPicPr/>
          <p:nvPr/>
        </p:nvPicPr>
        <p:blipFill>
          <a:blip r:embed="rId7"/>
          <a:stretch/>
        </p:blipFill>
        <p:spPr>
          <a:xfrm>
            <a:off x="10652760" y="5139000"/>
            <a:ext cx="1023840" cy="102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advTm="10000">
    <p:sndAc>
      <p:stSnd>
        <p:snd r:embed="rId2" name="Countdown ticks"/>
      </p:stSnd>
    </p:sndAc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زمان تمام شد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!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5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Box 3"/>
          <p:cNvSpPr/>
          <p:nvPr/>
        </p:nvSpPr>
        <p:spPr>
          <a:xfrm>
            <a:off x="914400" y="20116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8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تعداد پروتون و الکترون برابر است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Box 4"/>
          <p:cNvSpPr/>
          <p:nvPr/>
        </p:nvSpPr>
        <p:spPr>
          <a:xfrm>
            <a:off x="1005840" y="278892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خنثی، بارهای مثبت و منفی همدیگر را خنثی می‌کنند</a:t>
            </a:r>
            <a:r>
              <a:rPr lang="en-US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Rounded Rectangle 5">
            <a:hlinkClick r:id="rId2" action="ppaction://hlinksldjump"/>
          </p:cNvPr>
          <p:cNvSpPr/>
          <p:nvPr/>
        </p:nvSpPr>
        <p:spPr>
          <a:xfrm>
            <a:off x="4023360" y="4206240"/>
            <a:ext cx="4114440" cy="73116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ادامه بدون امتیاز</a:t>
            </a:r>
            <a:r>
              <a:rPr lang="en-US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5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تعداد پروتون و الکترون برابر است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خنثی، بارهای مثبت و منفی همدیگر را خنثی می‌کنند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آفرین! پاسخ درست 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5 | +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پاسخ درست: تعداد پروتون و الکترون برابر است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خنثی، بارهای مثبت و منفی همدیگر را خنثی می‌کنند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5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تعداد پروتون و الکترون برابر است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خنثی، بارهای مثبت و منفی همدیگر را خنثی می‌کنند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5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تعداد پروتون و الکترون برابر است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خنثی، بارهای مثبت و منفی همدیگر را خنثی می‌کنند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سؤال 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5 از 7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فعلی: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2 از 4 | زمان: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۱۰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ثانیه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Box 3"/>
          <p:cNvSpPr/>
          <p:nvPr/>
        </p:nvSpPr>
        <p:spPr>
          <a:xfrm>
            <a:off x="822960" y="14173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7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اتم خنثی چه ویژگی‌ای دارد؟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Rounded Rectangle 4">
            <a:hlinkClick r:id="rId3" action="ppaction://hlinksldjump"/>
          </p:cNvPr>
          <p:cNvSpPr/>
          <p:nvPr/>
        </p:nvSpPr>
        <p:spPr>
          <a:xfrm>
            <a:off x="91440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الف) پروتون ندارد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Rounded Rectangle 5">
            <a:hlinkClick r:id="rId4" action="ppaction://hlinksldjump"/>
          </p:cNvPr>
          <p:cNvSpPr/>
          <p:nvPr/>
        </p:nvSpPr>
        <p:spPr>
          <a:xfrm>
            <a:off x="91440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ب) تعداد پروتون و الکترون برابر است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Rounded Rectangle 6">
            <a:hlinkClick r:id="rId5" action="ppaction://hlinksldjump"/>
          </p:cNvPr>
          <p:cNvSpPr/>
          <p:nvPr/>
        </p:nvSpPr>
        <p:spPr>
          <a:xfrm>
            <a:off x="658368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ج) نوترون ندارد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Rounded Rectangle 7">
            <a:hlinkClick r:id="rId6" action="ppaction://hlinksldjump"/>
          </p:cNvPr>
          <p:cNvSpPr/>
          <p:nvPr/>
        </p:nvSpPr>
        <p:spPr>
          <a:xfrm>
            <a:off x="658368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د) بار منفی دارد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7" name="Picture 8" descr="countdown10.gif"/>
          <p:cNvPicPr/>
          <p:nvPr/>
        </p:nvPicPr>
        <p:blipFill>
          <a:blip r:embed="rId7"/>
          <a:stretch/>
        </p:blipFill>
        <p:spPr>
          <a:xfrm>
            <a:off x="10652760" y="5139000"/>
            <a:ext cx="1023840" cy="102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advTm="10000">
    <p:sndAc>
      <p:stSnd>
        <p:snd r:embed="rId2" name="Countdown ticks"/>
      </p:stSnd>
    </p:sndAc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زمان تمام شد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!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5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Box 3"/>
          <p:cNvSpPr/>
          <p:nvPr/>
        </p:nvSpPr>
        <p:spPr>
          <a:xfrm>
            <a:off x="914400" y="20116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8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تعداد پروتون و الکترون برابر است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Box 4"/>
          <p:cNvSpPr/>
          <p:nvPr/>
        </p:nvSpPr>
        <p:spPr>
          <a:xfrm>
            <a:off x="1005840" y="278892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خنثی، بارهای مثبت و منفی همدیگر را خنثی می‌کنند</a:t>
            </a:r>
            <a:r>
              <a:rPr lang="en-US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Rounded Rectangle 5">
            <a:hlinkClick r:id="rId2" action="ppaction://hlinksldjump"/>
          </p:cNvPr>
          <p:cNvSpPr/>
          <p:nvPr/>
        </p:nvSpPr>
        <p:spPr>
          <a:xfrm>
            <a:off x="4023360" y="4206240"/>
            <a:ext cx="4114440" cy="73116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ادامه بدون امتیاز</a:t>
            </a:r>
            <a:r>
              <a:rPr lang="en-US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5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تعداد پروتون و الکترون برابر است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خنثی، بارهای مثبت و منفی همدیگر را خنثی می‌کنند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آفرین! پاسخ درست 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5 | +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پاسخ درست: تعداد پروتون و الکترون برابر است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خنثی، بارهای مثبت و منفی همدیگر را خنثی می‌کنند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5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تعداد پروتون و الکترون برابر است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خنثی، بارهای مثبت و منفی همدیگر را خنثی می‌کنند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5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تعداد پروتون و الکترون برابر است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خنثی، بارهای مثبت و منفی همدیگر را خنثی می‌کنند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سؤال 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5 از 7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فعلی: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3 از 4 | زمان: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۱۰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ثانیه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Box 3"/>
          <p:cNvSpPr/>
          <p:nvPr/>
        </p:nvSpPr>
        <p:spPr>
          <a:xfrm>
            <a:off x="822960" y="14173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7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اتم خنثی چه ویژگی‌ای دارد؟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Rounded Rectangle 4">
            <a:hlinkClick r:id="rId3" action="ppaction://hlinksldjump"/>
          </p:cNvPr>
          <p:cNvSpPr/>
          <p:nvPr/>
        </p:nvSpPr>
        <p:spPr>
          <a:xfrm>
            <a:off x="91440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الف) پروتون ندارد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Rounded Rectangle 5">
            <a:hlinkClick r:id="rId4" action="ppaction://hlinksldjump"/>
          </p:cNvPr>
          <p:cNvSpPr/>
          <p:nvPr/>
        </p:nvSpPr>
        <p:spPr>
          <a:xfrm>
            <a:off x="91440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ب) تعداد پروتون و الکترون برابر است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Rounded Rectangle 6">
            <a:hlinkClick r:id="rId5" action="ppaction://hlinksldjump"/>
          </p:cNvPr>
          <p:cNvSpPr/>
          <p:nvPr/>
        </p:nvSpPr>
        <p:spPr>
          <a:xfrm>
            <a:off x="658368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ج) نوترون ندارد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Rounded Rectangle 7">
            <a:hlinkClick r:id="rId6" action="ppaction://hlinksldjump"/>
          </p:cNvPr>
          <p:cNvSpPr/>
          <p:nvPr/>
        </p:nvSpPr>
        <p:spPr>
          <a:xfrm>
            <a:off x="658368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د) بار منفی دارد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0" name="Picture 8" descr="countdown10.gif"/>
          <p:cNvPicPr/>
          <p:nvPr/>
        </p:nvPicPr>
        <p:blipFill>
          <a:blip r:embed="rId7"/>
          <a:stretch/>
        </p:blipFill>
        <p:spPr>
          <a:xfrm>
            <a:off x="10652760" y="5139000"/>
            <a:ext cx="1023840" cy="102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advTm="10000">
    <p:sndAc>
      <p:stSnd>
        <p:snd r:embed="rId2" name="Countdown ticks"/>
      </p:stSnd>
    </p:sndAc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زمان تمام شد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!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5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Box 3"/>
          <p:cNvSpPr/>
          <p:nvPr/>
        </p:nvSpPr>
        <p:spPr>
          <a:xfrm>
            <a:off x="914400" y="20116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8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تعداد پروتون و الکترون برابر است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Box 4"/>
          <p:cNvSpPr/>
          <p:nvPr/>
        </p:nvSpPr>
        <p:spPr>
          <a:xfrm>
            <a:off x="1005840" y="278892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خنثی، بارهای مثبت و منفی همدیگر را خنثی می‌کنند</a:t>
            </a:r>
            <a:r>
              <a:rPr lang="en-US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Rounded Rectangle 5">
            <a:hlinkClick r:id="rId2" action="ppaction://hlinksldjump"/>
          </p:cNvPr>
          <p:cNvSpPr/>
          <p:nvPr/>
        </p:nvSpPr>
        <p:spPr>
          <a:xfrm>
            <a:off x="4023360" y="4206240"/>
            <a:ext cx="4114440" cy="73116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ادامه بدون امتیاز</a:t>
            </a:r>
            <a:r>
              <a:rPr lang="en-US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5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تعداد پروتون و الکترون برابر است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خنثی، بارهای مثبت و منفی همدیگر را خنثی می‌کنند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آفرین! پاسخ درست 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5 | +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پاسخ درست: تعداد پروتون و الکترون برابر است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خنثی، بارهای مثبت و منفی همدیگر را خنثی می‌کنند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5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تعداد پروتون و الکترون برابر است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خنثی، بارهای مثبت و منفی همدیگر را خنثی می‌کنند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5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تعداد پروتون و الکترون برابر است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خنثی، بارهای مثبت و منفی همدیگر را خنثی می‌کنند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سؤال 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5 از 7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فعلی: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4 از 4 | زمان: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۱۰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ثانیه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Box 3"/>
          <p:cNvSpPr/>
          <p:nvPr/>
        </p:nvSpPr>
        <p:spPr>
          <a:xfrm>
            <a:off x="822960" y="14173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7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اتم خنثی چه ویژگی‌ای دارد؟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Rounded Rectangle 4">
            <a:hlinkClick r:id="rId3" action="ppaction://hlinksldjump"/>
          </p:cNvPr>
          <p:cNvSpPr/>
          <p:nvPr/>
        </p:nvSpPr>
        <p:spPr>
          <a:xfrm>
            <a:off x="91440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الف) پروتون ندارد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Rounded Rectangle 5">
            <a:hlinkClick r:id="rId4" action="ppaction://hlinksldjump"/>
          </p:cNvPr>
          <p:cNvSpPr/>
          <p:nvPr/>
        </p:nvSpPr>
        <p:spPr>
          <a:xfrm>
            <a:off x="91440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ب) تعداد پروتون و الکترون برابر است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Rounded Rectangle 6">
            <a:hlinkClick r:id="rId5" action="ppaction://hlinksldjump"/>
          </p:cNvPr>
          <p:cNvSpPr/>
          <p:nvPr/>
        </p:nvSpPr>
        <p:spPr>
          <a:xfrm>
            <a:off x="658368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ج) نوترون ندارد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Rounded Rectangle 7">
            <a:hlinkClick r:id="rId6" action="ppaction://hlinksldjump"/>
          </p:cNvPr>
          <p:cNvSpPr/>
          <p:nvPr/>
        </p:nvSpPr>
        <p:spPr>
          <a:xfrm>
            <a:off x="658368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د) بار منفی دارد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3" name="Picture 8" descr="countdown10.gif"/>
          <p:cNvPicPr/>
          <p:nvPr/>
        </p:nvPicPr>
        <p:blipFill>
          <a:blip r:embed="rId7"/>
          <a:stretch/>
        </p:blipFill>
        <p:spPr>
          <a:xfrm>
            <a:off x="10652760" y="5139000"/>
            <a:ext cx="1023840" cy="102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advTm="10000">
    <p:sndAc>
      <p:stSnd>
        <p:snd r:embed="rId2" name="Countdown ticks"/>
      </p:stSnd>
    </p:sndAc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زمان تمام شد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!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5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Box 3"/>
          <p:cNvSpPr/>
          <p:nvPr/>
        </p:nvSpPr>
        <p:spPr>
          <a:xfrm>
            <a:off x="914400" y="20116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8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تعداد پروتون و الکترون برابر است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Box 4"/>
          <p:cNvSpPr/>
          <p:nvPr/>
        </p:nvSpPr>
        <p:spPr>
          <a:xfrm>
            <a:off x="1005840" y="278892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خنثی، بارهای مثبت و منفی همدیگر را خنثی می‌کنند</a:t>
            </a:r>
            <a:r>
              <a:rPr lang="en-US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Rounded Rectangle 5">
            <a:hlinkClick r:id="rId2" action="ppaction://hlinksldjump"/>
          </p:cNvPr>
          <p:cNvSpPr/>
          <p:nvPr/>
        </p:nvSpPr>
        <p:spPr>
          <a:xfrm>
            <a:off x="4023360" y="4206240"/>
            <a:ext cx="4114440" cy="73116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ادامه بدون امتیاز</a:t>
            </a:r>
            <a:r>
              <a:rPr lang="en-US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5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تعداد پروتون و الکترون برابر است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خنثی، بارهای مثبت و منفی همدیگر را خنثی می‌کنند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آفرین! پاسخ درست 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5 | +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پاسخ درست: تعداد پروتون و الکترون برابر است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خنثی، بارهای مثبت و منفی همدیگر را خنثی می‌کنند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5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تعداد پروتون و الکترون برابر است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خنثی، بارهای مثبت و منفی همدیگر را خنثی می‌کنند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5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تعداد پروتون و الکترون برابر است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خنثی، بارهای مثبت و منفی همدیگر را خنثی می‌کنند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سؤال 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6 از 7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فعلی: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0 از 5 | زمان: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۱۰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ثانیه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Box 3"/>
          <p:cNvSpPr/>
          <p:nvPr/>
        </p:nvSpPr>
        <p:spPr>
          <a:xfrm>
            <a:off x="822960" y="14173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7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کربنِ شکل کتاب، چند پروتون وجود دارد؟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Rounded Rectangle 4">
            <a:hlinkClick r:id="rId3" action="ppaction://hlinksldjump"/>
          </p:cNvPr>
          <p:cNvSpPr/>
          <p:nvPr/>
        </p:nvSpPr>
        <p:spPr>
          <a:xfrm>
            <a:off x="91440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الف) ۶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Rounded Rectangle 5">
            <a:hlinkClick r:id="rId4" action="ppaction://hlinksldjump"/>
          </p:cNvPr>
          <p:cNvSpPr/>
          <p:nvPr/>
        </p:nvSpPr>
        <p:spPr>
          <a:xfrm>
            <a:off x="91440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ب) ۱۲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Rounded Rectangle 6">
            <a:hlinkClick r:id="rId5" action="ppaction://hlinksldjump"/>
          </p:cNvPr>
          <p:cNvSpPr/>
          <p:nvPr/>
        </p:nvSpPr>
        <p:spPr>
          <a:xfrm>
            <a:off x="658368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ج) ۹۲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Rounded Rectangle 7">
            <a:hlinkClick r:id="rId6" action="ppaction://hlinksldjump"/>
          </p:cNvPr>
          <p:cNvSpPr/>
          <p:nvPr/>
        </p:nvSpPr>
        <p:spPr>
          <a:xfrm>
            <a:off x="658368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د) 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6" name="Picture 8" descr="countdown10.gif"/>
          <p:cNvPicPr/>
          <p:nvPr/>
        </p:nvPicPr>
        <p:blipFill>
          <a:blip r:embed="rId7"/>
          <a:stretch/>
        </p:blipFill>
        <p:spPr>
          <a:xfrm>
            <a:off x="10652760" y="5139000"/>
            <a:ext cx="1023840" cy="102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advTm="10000">
    <p:sndAc>
      <p:stSnd>
        <p:snd r:embed="rId2" name="Countdown ticks"/>
      </p:stSnd>
    </p:sndAc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زمان تمام شد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!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Box 3"/>
          <p:cNvSpPr/>
          <p:nvPr/>
        </p:nvSpPr>
        <p:spPr>
          <a:xfrm>
            <a:off x="914400" y="20116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8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۶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Box 4"/>
          <p:cNvSpPr/>
          <p:nvPr/>
        </p:nvSpPr>
        <p:spPr>
          <a:xfrm>
            <a:off x="1005840" y="278892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Rounded Rectangle 5">
            <a:hlinkClick r:id="rId2" action="ppaction://hlinksldjump"/>
          </p:cNvPr>
          <p:cNvSpPr/>
          <p:nvPr/>
        </p:nvSpPr>
        <p:spPr>
          <a:xfrm>
            <a:off x="4023360" y="4206240"/>
            <a:ext cx="4114440" cy="73116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ادامه بدون امتیاز</a:t>
            </a:r>
            <a:r>
              <a:rPr lang="en-US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آفرین! پاسخ درست 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 | +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پاسخ درست: 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سؤال 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6 از 7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فعلی: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1 از 5 | زمان: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۱۰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ثانیه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Box 3"/>
          <p:cNvSpPr/>
          <p:nvPr/>
        </p:nvSpPr>
        <p:spPr>
          <a:xfrm>
            <a:off x="822960" y="14173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7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کربنِ شکل کتاب، چند پروتون وجود دارد؟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Rounded Rectangle 4">
            <a:hlinkClick r:id="rId3" action="ppaction://hlinksldjump"/>
          </p:cNvPr>
          <p:cNvSpPr/>
          <p:nvPr/>
        </p:nvSpPr>
        <p:spPr>
          <a:xfrm>
            <a:off x="91440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الف) ۶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Rounded Rectangle 5">
            <a:hlinkClick r:id="rId4" action="ppaction://hlinksldjump"/>
          </p:cNvPr>
          <p:cNvSpPr/>
          <p:nvPr/>
        </p:nvSpPr>
        <p:spPr>
          <a:xfrm>
            <a:off x="91440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ب) ۱۲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Rounded Rectangle 6">
            <a:hlinkClick r:id="rId5" action="ppaction://hlinksldjump"/>
          </p:cNvPr>
          <p:cNvSpPr/>
          <p:nvPr/>
        </p:nvSpPr>
        <p:spPr>
          <a:xfrm>
            <a:off x="658368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ج) ۹۲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Rounded Rectangle 7">
            <a:hlinkClick r:id="rId6" action="ppaction://hlinksldjump"/>
          </p:cNvPr>
          <p:cNvSpPr/>
          <p:nvPr/>
        </p:nvSpPr>
        <p:spPr>
          <a:xfrm>
            <a:off x="658368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د) 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9" name="Picture 8" descr="countdown10.gif"/>
          <p:cNvPicPr/>
          <p:nvPr/>
        </p:nvPicPr>
        <p:blipFill>
          <a:blip r:embed="rId7"/>
          <a:stretch/>
        </p:blipFill>
        <p:spPr>
          <a:xfrm>
            <a:off x="10652760" y="5139000"/>
            <a:ext cx="1023840" cy="102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advTm="10000">
    <p:sndAc>
      <p:stSnd>
        <p:snd r:embed="rId2" name="Countdown ticks"/>
      </p:stSnd>
    </p:sndAc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زمان تمام شد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!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Box 3"/>
          <p:cNvSpPr/>
          <p:nvPr/>
        </p:nvSpPr>
        <p:spPr>
          <a:xfrm>
            <a:off x="914400" y="20116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8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۶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Box 4"/>
          <p:cNvSpPr/>
          <p:nvPr/>
        </p:nvSpPr>
        <p:spPr>
          <a:xfrm>
            <a:off x="1005840" y="278892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Rounded Rectangle 5">
            <a:hlinkClick r:id="rId2" action="ppaction://hlinksldjump"/>
          </p:cNvPr>
          <p:cNvSpPr/>
          <p:nvPr/>
        </p:nvSpPr>
        <p:spPr>
          <a:xfrm>
            <a:off x="4023360" y="4206240"/>
            <a:ext cx="4114440" cy="73116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ادامه بدون امتیاز</a:t>
            </a:r>
            <a:r>
              <a:rPr lang="en-US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آفرین! پاسخ درست 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 | +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پاسخ درست: 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سؤال 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6 از 7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فعلی: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2 از 5 | زمان: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۱۰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ثانیه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Box 3"/>
          <p:cNvSpPr/>
          <p:nvPr/>
        </p:nvSpPr>
        <p:spPr>
          <a:xfrm>
            <a:off x="822960" y="14173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7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کربنِ شکل کتاب، چند پروتون وجود دارد؟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Rounded Rectangle 4">
            <a:hlinkClick r:id="rId3" action="ppaction://hlinksldjump"/>
          </p:cNvPr>
          <p:cNvSpPr/>
          <p:nvPr/>
        </p:nvSpPr>
        <p:spPr>
          <a:xfrm>
            <a:off x="91440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الف) ۶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Rounded Rectangle 5">
            <a:hlinkClick r:id="rId4" action="ppaction://hlinksldjump"/>
          </p:cNvPr>
          <p:cNvSpPr/>
          <p:nvPr/>
        </p:nvSpPr>
        <p:spPr>
          <a:xfrm>
            <a:off x="91440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ب) ۱۲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Rounded Rectangle 6">
            <a:hlinkClick r:id="rId5" action="ppaction://hlinksldjump"/>
          </p:cNvPr>
          <p:cNvSpPr/>
          <p:nvPr/>
        </p:nvSpPr>
        <p:spPr>
          <a:xfrm>
            <a:off x="658368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ج) ۹۲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Rounded Rectangle 7">
            <a:hlinkClick r:id="rId6" action="ppaction://hlinksldjump"/>
          </p:cNvPr>
          <p:cNvSpPr/>
          <p:nvPr/>
        </p:nvSpPr>
        <p:spPr>
          <a:xfrm>
            <a:off x="658368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د) 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2" name="Picture 8" descr="countdown10.gif"/>
          <p:cNvPicPr/>
          <p:nvPr/>
        </p:nvPicPr>
        <p:blipFill>
          <a:blip r:embed="rId7"/>
          <a:stretch/>
        </p:blipFill>
        <p:spPr>
          <a:xfrm>
            <a:off x="10652760" y="5139000"/>
            <a:ext cx="1023840" cy="102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advTm="10000">
    <p:sndAc>
      <p:stSnd>
        <p:snd r:embed="rId2" name="Countdown ticks"/>
      </p:stSnd>
    </p:sndAc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زمان تمام شد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!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Box 3"/>
          <p:cNvSpPr/>
          <p:nvPr/>
        </p:nvSpPr>
        <p:spPr>
          <a:xfrm>
            <a:off x="914400" y="20116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8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۶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Box 4"/>
          <p:cNvSpPr/>
          <p:nvPr/>
        </p:nvSpPr>
        <p:spPr>
          <a:xfrm>
            <a:off x="1005840" y="278892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Rounded Rectangle 5">
            <a:hlinkClick r:id="rId2" action="ppaction://hlinksldjump"/>
          </p:cNvPr>
          <p:cNvSpPr/>
          <p:nvPr/>
        </p:nvSpPr>
        <p:spPr>
          <a:xfrm>
            <a:off x="4023360" y="4206240"/>
            <a:ext cx="4114440" cy="73116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ادامه بدون امتیاز</a:t>
            </a:r>
            <a:r>
              <a:rPr lang="en-US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آفرین! پاسخ درست 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 | +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پاسخ درست: 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5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سؤال 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6 از 7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فعلی: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3 از 5 | زمان: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۱۰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ثانیه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Box 3"/>
          <p:cNvSpPr/>
          <p:nvPr/>
        </p:nvSpPr>
        <p:spPr>
          <a:xfrm>
            <a:off x="822960" y="14173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7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کربنِ شکل کتاب، چند پروتون وجود دارد؟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1" name="Rounded Rectangle 4">
            <a:hlinkClick r:id="rId3" action="ppaction://hlinksldjump"/>
          </p:cNvPr>
          <p:cNvSpPr/>
          <p:nvPr/>
        </p:nvSpPr>
        <p:spPr>
          <a:xfrm>
            <a:off x="91440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الف) ۶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2" name="Rounded Rectangle 5">
            <a:hlinkClick r:id="rId4" action="ppaction://hlinksldjump"/>
          </p:cNvPr>
          <p:cNvSpPr/>
          <p:nvPr/>
        </p:nvSpPr>
        <p:spPr>
          <a:xfrm>
            <a:off x="91440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ب) ۱۲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3" name="Rounded Rectangle 6">
            <a:hlinkClick r:id="rId5" action="ppaction://hlinksldjump"/>
          </p:cNvPr>
          <p:cNvSpPr/>
          <p:nvPr/>
        </p:nvSpPr>
        <p:spPr>
          <a:xfrm>
            <a:off x="658368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ج) ۹۲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4" name="Rounded Rectangle 7">
            <a:hlinkClick r:id="rId6" action="ppaction://hlinksldjump"/>
          </p:cNvPr>
          <p:cNvSpPr/>
          <p:nvPr/>
        </p:nvSpPr>
        <p:spPr>
          <a:xfrm>
            <a:off x="658368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د) 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5" name="Picture 8" descr="countdown10.gif"/>
          <p:cNvPicPr/>
          <p:nvPr/>
        </p:nvPicPr>
        <p:blipFill>
          <a:blip r:embed="rId7"/>
          <a:stretch/>
        </p:blipFill>
        <p:spPr>
          <a:xfrm>
            <a:off x="10652760" y="5139000"/>
            <a:ext cx="1023840" cy="102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advTm="10000">
    <p:sndAc>
      <p:stSnd>
        <p:snd r:embed="rId2" name="Countdown ticks"/>
      </p:stSnd>
    </p:sndAc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زمان تمام شد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!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Box 3"/>
          <p:cNvSpPr/>
          <p:nvPr/>
        </p:nvSpPr>
        <p:spPr>
          <a:xfrm>
            <a:off x="914400" y="20116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8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۶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Box 4"/>
          <p:cNvSpPr/>
          <p:nvPr/>
        </p:nvSpPr>
        <p:spPr>
          <a:xfrm>
            <a:off x="1005840" y="278892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0" name="Rounded Rectangle 5">
            <a:hlinkClick r:id="rId2" action="ppaction://hlinksldjump"/>
          </p:cNvPr>
          <p:cNvSpPr/>
          <p:nvPr/>
        </p:nvSpPr>
        <p:spPr>
          <a:xfrm>
            <a:off x="4023360" y="4206240"/>
            <a:ext cx="4114440" cy="73116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ادامه بدون امتیاز</a:t>
            </a:r>
            <a:r>
              <a:rPr lang="en-US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آفرین! پاسخ درست 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 | +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پاسخ درست: 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5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9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3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5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7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سؤال 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6 از 7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فعلی: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4 از 5 | زمان: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۱۰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ثانیه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3" name="TextBox 3"/>
          <p:cNvSpPr/>
          <p:nvPr/>
        </p:nvSpPr>
        <p:spPr>
          <a:xfrm>
            <a:off x="822960" y="14173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7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کربنِ شکل کتاب، چند پروتون وجود دارد؟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Rounded Rectangle 4">
            <a:hlinkClick r:id="rId3" action="ppaction://hlinksldjump"/>
          </p:cNvPr>
          <p:cNvSpPr/>
          <p:nvPr/>
        </p:nvSpPr>
        <p:spPr>
          <a:xfrm>
            <a:off x="91440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الف) ۶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Rounded Rectangle 5">
            <a:hlinkClick r:id="rId4" action="ppaction://hlinksldjump"/>
          </p:cNvPr>
          <p:cNvSpPr/>
          <p:nvPr/>
        </p:nvSpPr>
        <p:spPr>
          <a:xfrm>
            <a:off x="91440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ب) ۱۲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6" name="Rounded Rectangle 6">
            <a:hlinkClick r:id="rId5" action="ppaction://hlinksldjump"/>
          </p:cNvPr>
          <p:cNvSpPr/>
          <p:nvPr/>
        </p:nvSpPr>
        <p:spPr>
          <a:xfrm>
            <a:off x="658368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ج) ۹۲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Rounded Rectangle 7">
            <a:hlinkClick r:id="rId6" action="ppaction://hlinksldjump"/>
          </p:cNvPr>
          <p:cNvSpPr/>
          <p:nvPr/>
        </p:nvSpPr>
        <p:spPr>
          <a:xfrm>
            <a:off x="658368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د) 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8" name="Picture 8" descr="countdown10.gif"/>
          <p:cNvPicPr/>
          <p:nvPr/>
        </p:nvPicPr>
        <p:blipFill>
          <a:blip r:embed="rId7"/>
          <a:stretch/>
        </p:blipFill>
        <p:spPr>
          <a:xfrm>
            <a:off x="10652760" y="5139000"/>
            <a:ext cx="1023840" cy="102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advTm="10000">
    <p:sndAc>
      <p:stSnd>
        <p:snd r:embed="rId2" name="Countdown ticks"/>
      </p:stSnd>
    </p:sndAc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زمان تمام شد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!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Box 3"/>
          <p:cNvSpPr/>
          <p:nvPr/>
        </p:nvSpPr>
        <p:spPr>
          <a:xfrm>
            <a:off x="914400" y="20116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8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۶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Box 4"/>
          <p:cNvSpPr/>
          <p:nvPr/>
        </p:nvSpPr>
        <p:spPr>
          <a:xfrm>
            <a:off x="1005840" y="278892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3" name="Rounded Rectangle 5">
            <a:hlinkClick r:id="rId2" action="ppaction://hlinksldjump"/>
          </p:cNvPr>
          <p:cNvSpPr/>
          <p:nvPr/>
        </p:nvSpPr>
        <p:spPr>
          <a:xfrm>
            <a:off x="4023360" y="4206240"/>
            <a:ext cx="4114440" cy="73116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ادامه بدون امتیاز</a:t>
            </a:r>
            <a:r>
              <a:rPr lang="en-US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آفرین! پاسخ درست 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 | +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6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پاسخ درست: 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7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8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3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5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1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2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3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سؤال 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6 از 7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فعلی: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5 از 5 | زمان: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۱۰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ثانیه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6" name="TextBox 3"/>
          <p:cNvSpPr/>
          <p:nvPr/>
        </p:nvSpPr>
        <p:spPr>
          <a:xfrm>
            <a:off x="822960" y="14173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7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اتم کربنِ شکل کتاب، چند پروتون وجود دارد؟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7" name="Rounded Rectangle 4">
            <a:hlinkClick r:id="rId3" action="ppaction://hlinksldjump"/>
          </p:cNvPr>
          <p:cNvSpPr/>
          <p:nvPr/>
        </p:nvSpPr>
        <p:spPr>
          <a:xfrm>
            <a:off x="91440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الف) ۶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8" name="Rounded Rectangle 5">
            <a:hlinkClick r:id="rId4" action="ppaction://hlinksldjump"/>
          </p:cNvPr>
          <p:cNvSpPr/>
          <p:nvPr/>
        </p:nvSpPr>
        <p:spPr>
          <a:xfrm>
            <a:off x="91440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ب) ۱۲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9" name="Rounded Rectangle 6">
            <a:hlinkClick r:id="rId5" action="ppaction://hlinksldjump"/>
          </p:cNvPr>
          <p:cNvSpPr/>
          <p:nvPr/>
        </p:nvSpPr>
        <p:spPr>
          <a:xfrm>
            <a:off x="658368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ج) ۹۲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0" name="Rounded Rectangle 7">
            <a:hlinkClick r:id="rId6" action="ppaction://hlinksldjump"/>
          </p:cNvPr>
          <p:cNvSpPr/>
          <p:nvPr/>
        </p:nvSpPr>
        <p:spPr>
          <a:xfrm>
            <a:off x="658368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د) 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1" name="Picture 8" descr="countdown10.gif"/>
          <p:cNvPicPr/>
          <p:nvPr/>
        </p:nvPicPr>
        <p:blipFill>
          <a:blip r:embed="rId7"/>
          <a:stretch/>
        </p:blipFill>
        <p:spPr>
          <a:xfrm>
            <a:off x="10652760" y="5139000"/>
            <a:ext cx="1023840" cy="102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advTm="10000">
    <p:sndAc>
      <p:stSnd>
        <p:snd r:embed="rId2" name="Countdown ticks"/>
      </p:stSnd>
    </p:sndAc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زمان تمام شد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!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4" name="TextBox 3"/>
          <p:cNvSpPr/>
          <p:nvPr/>
        </p:nvSpPr>
        <p:spPr>
          <a:xfrm>
            <a:off x="914400" y="20116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8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۶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Box 4"/>
          <p:cNvSpPr/>
          <p:nvPr/>
        </p:nvSpPr>
        <p:spPr>
          <a:xfrm>
            <a:off x="1005840" y="278892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6" name="Rounded Rectangle 5">
            <a:hlinkClick r:id="rId2" action="ppaction://hlinksldjump"/>
          </p:cNvPr>
          <p:cNvSpPr/>
          <p:nvPr/>
        </p:nvSpPr>
        <p:spPr>
          <a:xfrm>
            <a:off x="4023360" y="4206240"/>
            <a:ext cx="4114440" cy="73116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ادامه بدون امتیاز</a:t>
            </a:r>
            <a:r>
              <a:rPr lang="en-US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آفرین! پاسخ درست 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8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 | +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پاسخ درست: 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1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4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6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8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1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5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کربن 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پروتون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6" name="Rounded Rectangle 5">
            <a:hlinkClick r:id="rId2" action="ppaction://hlinksldjump"/>
          </p:cNvPr>
          <p:cNvSpPr/>
          <p:nvPr/>
        </p:nvSpPr>
        <p:spPr>
          <a:xfrm>
            <a:off x="4114800" y="4114800"/>
            <a:ext cx="393156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سؤال بعدی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سؤال 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7 از 7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8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فعلی: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0 از 6 | زمان: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۱۰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ثانیه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9" name="TextBox 3"/>
          <p:cNvSpPr/>
          <p:nvPr/>
        </p:nvSpPr>
        <p:spPr>
          <a:xfrm>
            <a:off x="822960" y="14173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7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چند نوترون دارد؟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0" name="Rounded Rectangle 4">
            <a:hlinkClick r:id="rId3" action="ppaction://hlinksldjump"/>
          </p:cNvPr>
          <p:cNvSpPr/>
          <p:nvPr/>
        </p:nvSpPr>
        <p:spPr>
          <a:xfrm>
            <a:off x="91440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الف) ۹۲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1" name="Rounded Rectangle 5">
            <a:hlinkClick r:id="rId4" action="ppaction://hlinksldjump"/>
          </p:cNvPr>
          <p:cNvSpPr/>
          <p:nvPr/>
        </p:nvSpPr>
        <p:spPr>
          <a:xfrm>
            <a:off x="91440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ب) ۶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2" name="Rounded Rectangle 6">
            <a:hlinkClick r:id="rId5" action="ppaction://hlinksldjump"/>
          </p:cNvPr>
          <p:cNvSpPr/>
          <p:nvPr/>
        </p:nvSpPr>
        <p:spPr>
          <a:xfrm>
            <a:off x="658368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ج) ۱۴۶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3" name="Rounded Rectangle 7">
            <a:hlinkClick r:id="rId6" action="ppaction://hlinksldjump"/>
          </p:cNvPr>
          <p:cNvSpPr/>
          <p:nvPr/>
        </p:nvSpPr>
        <p:spPr>
          <a:xfrm>
            <a:off x="658368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د) 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4" name="Picture 8" descr="countdown10.gif"/>
          <p:cNvPicPr/>
          <p:nvPr/>
        </p:nvPicPr>
        <p:blipFill>
          <a:blip r:embed="rId7"/>
          <a:stretch/>
        </p:blipFill>
        <p:spPr>
          <a:xfrm>
            <a:off x="10652760" y="5139000"/>
            <a:ext cx="1023840" cy="102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advTm="10000">
    <p:sndAc>
      <p:stSnd>
        <p:snd r:embed="rId2" name="Countdown ticks"/>
      </p:stSnd>
    </p:sndAc>
  </p:transition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زمان تمام شد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!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6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7" name="TextBox 3"/>
          <p:cNvSpPr/>
          <p:nvPr/>
        </p:nvSpPr>
        <p:spPr>
          <a:xfrm>
            <a:off x="914400" y="20116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8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۱۴۶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8" name="TextBox 4"/>
          <p:cNvSpPr/>
          <p:nvPr/>
        </p:nvSpPr>
        <p:spPr>
          <a:xfrm>
            <a:off x="1005840" y="278892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9" name="Rounded Rectangle 5">
            <a:hlinkClick r:id="rId2" action="ppaction://hlinksldjump"/>
          </p:cNvPr>
          <p:cNvSpPr/>
          <p:nvPr/>
        </p:nvSpPr>
        <p:spPr>
          <a:xfrm>
            <a:off x="3840480" y="4206240"/>
            <a:ext cx="4480200" cy="73116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1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۱۴۶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3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4" name="Rounded Rectangle 5">
            <a:hlinkClick r:id="rId2" action="ppaction://hlinksldjump"/>
          </p:cNvPr>
          <p:cNvSpPr/>
          <p:nvPr/>
        </p:nvSpPr>
        <p:spPr>
          <a:xfrm>
            <a:off x="3840480" y="4114800"/>
            <a:ext cx="448020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6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7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۱۴۶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8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9" name="Rounded Rectangle 5">
            <a:hlinkClick r:id="rId2" action="ppaction://hlinksldjump"/>
          </p:cNvPr>
          <p:cNvSpPr/>
          <p:nvPr/>
        </p:nvSpPr>
        <p:spPr>
          <a:xfrm>
            <a:off x="3840480" y="4114800"/>
            <a:ext cx="448020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آفرین! پاسخ درست 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1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 | +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2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پاسخ درست: ۱۴۶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4" name="Rounded Rectangle 5">
            <a:hlinkClick r:id="rId2" action="ppaction://hlinksldjump"/>
          </p:cNvPr>
          <p:cNvSpPr/>
          <p:nvPr/>
        </p:nvSpPr>
        <p:spPr>
          <a:xfrm>
            <a:off x="3840480" y="4114800"/>
            <a:ext cx="448020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6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7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۱۴۶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9" name="Rounded Rectangle 5">
            <a:hlinkClick r:id="rId2" action="ppaction://hlinksldjump"/>
          </p:cNvPr>
          <p:cNvSpPr/>
          <p:nvPr/>
        </p:nvSpPr>
        <p:spPr>
          <a:xfrm>
            <a:off x="3840480" y="4114800"/>
            <a:ext cx="448020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سؤال 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7 از 7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1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فعلی: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1 از 6 | زمان: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۱۰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ثانیه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2" name="TextBox 3"/>
          <p:cNvSpPr/>
          <p:nvPr/>
        </p:nvSpPr>
        <p:spPr>
          <a:xfrm>
            <a:off x="822960" y="14173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7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چند نوترون دارد؟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3" name="Rounded Rectangle 4">
            <a:hlinkClick r:id="rId3" action="ppaction://hlinksldjump"/>
          </p:cNvPr>
          <p:cNvSpPr/>
          <p:nvPr/>
        </p:nvSpPr>
        <p:spPr>
          <a:xfrm>
            <a:off x="91440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الف) ۹۲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4" name="Rounded Rectangle 5">
            <a:hlinkClick r:id="rId4" action="ppaction://hlinksldjump"/>
          </p:cNvPr>
          <p:cNvSpPr/>
          <p:nvPr/>
        </p:nvSpPr>
        <p:spPr>
          <a:xfrm>
            <a:off x="91440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ب) ۶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5" name="Rounded Rectangle 6">
            <a:hlinkClick r:id="rId5" action="ppaction://hlinksldjump"/>
          </p:cNvPr>
          <p:cNvSpPr/>
          <p:nvPr/>
        </p:nvSpPr>
        <p:spPr>
          <a:xfrm>
            <a:off x="658368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ج) ۱۴۶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6" name="Rounded Rectangle 7">
            <a:hlinkClick r:id="rId6" action="ppaction://hlinksldjump"/>
          </p:cNvPr>
          <p:cNvSpPr/>
          <p:nvPr/>
        </p:nvSpPr>
        <p:spPr>
          <a:xfrm>
            <a:off x="658368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د) 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7" name="Picture 8" descr="countdown10.gif"/>
          <p:cNvPicPr/>
          <p:nvPr/>
        </p:nvPicPr>
        <p:blipFill>
          <a:blip r:embed="rId7"/>
          <a:stretch/>
        </p:blipFill>
        <p:spPr>
          <a:xfrm>
            <a:off x="10652760" y="5139000"/>
            <a:ext cx="1023840" cy="102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advTm="10000">
    <p:sndAc>
      <p:stSnd>
        <p:snd r:embed="rId2" name="Countdown ticks"/>
      </p:stSnd>
    </p:sndAc>
  </p:transition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زمان تمام شد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!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9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0" name="TextBox 3"/>
          <p:cNvSpPr/>
          <p:nvPr/>
        </p:nvSpPr>
        <p:spPr>
          <a:xfrm>
            <a:off x="914400" y="20116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8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۱۴۶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1" name="TextBox 4"/>
          <p:cNvSpPr/>
          <p:nvPr/>
        </p:nvSpPr>
        <p:spPr>
          <a:xfrm>
            <a:off x="1005840" y="278892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2" name="Rounded Rectangle 5">
            <a:hlinkClick r:id="rId2" action="ppaction://hlinksldjump"/>
          </p:cNvPr>
          <p:cNvSpPr/>
          <p:nvPr/>
        </p:nvSpPr>
        <p:spPr>
          <a:xfrm>
            <a:off x="3840480" y="4206240"/>
            <a:ext cx="4480200" cy="73116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4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5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۱۴۶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6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7" name="Rounded Rectangle 5">
            <a:hlinkClick r:id="rId2" action="ppaction://hlinksldjump"/>
          </p:cNvPr>
          <p:cNvSpPr/>
          <p:nvPr/>
        </p:nvSpPr>
        <p:spPr>
          <a:xfrm>
            <a:off x="3840480" y="4114800"/>
            <a:ext cx="448020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9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0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۱۴۶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1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2" name="Rounded Rectangle 5">
            <a:hlinkClick r:id="rId2" action="ppaction://hlinksldjump"/>
          </p:cNvPr>
          <p:cNvSpPr/>
          <p:nvPr/>
        </p:nvSpPr>
        <p:spPr>
          <a:xfrm>
            <a:off x="3840480" y="4114800"/>
            <a:ext cx="448020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آفرین! پاسخ درست 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4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 | +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5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پاسخ درست: ۱۴۶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6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7" name="Rounded Rectangle 5">
            <a:hlinkClick r:id="rId2" action="ppaction://hlinksldjump"/>
          </p:cNvPr>
          <p:cNvSpPr/>
          <p:nvPr/>
        </p:nvSpPr>
        <p:spPr>
          <a:xfrm>
            <a:off x="3840480" y="4114800"/>
            <a:ext cx="448020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9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0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۱۴۶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1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2" name="Rounded Rectangle 5">
            <a:hlinkClick r:id="rId2" action="ppaction://hlinksldjump"/>
          </p:cNvPr>
          <p:cNvSpPr/>
          <p:nvPr/>
        </p:nvSpPr>
        <p:spPr>
          <a:xfrm>
            <a:off x="3840480" y="4114800"/>
            <a:ext cx="448020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سؤال 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7 از 7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4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فعلی: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2 از 6 | زمان: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۱۰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ثانیه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5" name="TextBox 3"/>
          <p:cNvSpPr/>
          <p:nvPr/>
        </p:nvSpPr>
        <p:spPr>
          <a:xfrm>
            <a:off x="822960" y="14173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7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چند نوترون دارد؟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6" name="Rounded Rectangle 4">
            <a:hlinkClick r:id="rId3" action="ppaction://hlinksldjump"/>
          </p:cNvPr>
          <p:cNvSpPr/>
          <p:nvPr/>
        </p:nvSpPr>
        <p:spPr>
          <a:xfrm>
            <a:off x="91440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الف) ۹۲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7" name="Rounded Rectangle 5">
            <a:hlinkClick r:id="rId4" action="ppaction://hlinksldjump"/>
          </p:cNvPr>
          <p:cNvSpPr/>
          <p:nvPr/>
        </p:nvSpPr>
        <p:spPr>
          <a:xfrm>
            <a:off x="91440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ب) ۶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8" name="Rounded Rectangle 6">
            <a:hlinkClick r:id="rId5" action="ppaction://hlinksldjump"/>
          </p:cNvPr>
          <p:cNvSpPr/>
          <p:nvPr/>
        </p:nvSpPr>
        <p:spPr>
          <a:xfrm>
            <a:off x="658368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ج) ۱۴۶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9" name="Rounded Rectangle 7">
            <a:hlinkClick r:id="rId6" action="ppaction://hlinksldjump"/>
          </p:cNvPr>
          <p:cNvSpPr/>
          <p:nvPr/>
        </p:nvSpPr>
        <p:spPr>
          <a:xfrm>
            <a:off x="658368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د) 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0" name="Picture 8" descr="countdown10.gif"/>
          <p:cNvPicPr/>
          <p:nvPr/>
        </p:nvPicPr>
        <p:blipFill>
          <a:blip r:embed="rId7"/>
          <a:stretch/>
        </p:blipFill>
        <p:spPr>
          <a:xfrm>
            <a:off x="10652760" y="5139000"/>
            <a:ext cx="1023840" cy="102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advTm="10000">
    <p:sndAc>
      <p:stSnd>
        <p:snd r:embed="rId2" name="Countdown ticks"/>
      </p:stSnd>
    </p:sndAc>
  </p:transition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زمان تمام شد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!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2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3" name="TextBox 3"/>
          <p:cNvSpPr/>
          <p:nvPr/>
        </p:nvSpPr>
        <p:spPr>
          <a:xfrm>
            <a:off x="914400" y="20116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8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۱۴۶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4" name="TextBox 4"/>
          <p:cNvSpPr/>
          <p:nvPr/>
        </p:nvSpPr>
        <p:spPr>
          <a:xfrm>
            <a:off x="1005840" y="278892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5" name="Rounded Rectangle 5">
            <a:hlinkClick r:id="rId2" action="ppaction://hlinksldjump"/>
          </p:cNvPr>
          <p:cNvSpPr/>
          <p:nvPr/>
        </p:nvSpPr>
        <p:spPr>
          <a:xfrm>
            <a:off x="3840480" y="4206240"/>
            <a:ext cx="4480200" cy="73116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7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8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۱۴۶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9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0" name="Rounded Rectangle 5">
            <a:hlinkClick r:id="rId2" action="ppaction://hlinksldjump"/>
          </p:cNvPr>
          <p:cNvSpPr/>
          <p:nvPr/>
        </p:nvSpPr>
        <p:spPr>
          <a:xfrm>
            <a:off x="3840480" y="4114800"/>
            <a:ext cx="448020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2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3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۱۴۶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4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5" name="Rounded Rectangle 5">
            <a:hlinkClick r:id="rId2" action="ppaction://hlinksldjump"/>
          </p:cNvPr>
          <p:cNvSpPr/>
          <p:nvPr/>
        </p:nvSpPr>
        <p:spPr>
          <a:xfrm>
            <a:off x="3840480" y="4114800"/>
            <a:ext cx="448020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آفرین! پاسخ درست 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7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 | +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8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پاسخ درست: ۱۴۶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9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0" name="Rounded Rectangle 5">
            <a:hlinkClick r:id="rId2" action="ppaction://hlinksldjump"/>
          </p:cNvPr>
          <p:cNvSpPr/>
          <p:nvPr/>
        </p:nvSpPr>
        <p:spPr>
          <a:xfrm>
            <a:off x="3840480" y="4114800"/>
            <a:ext cx="448020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2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3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۱۴۶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4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5" name="Rounded Rectangle 5">
            <a:hlinkClick r:id="rId2" action="ppaction://hlinksldjump"/>
          </p:cNvPr>
          <p:cNvSpPr/>
          <p:nvPr/>
        </p:nvSpPr>
        <p:spPr>
          <a:xfrm>
            <a:off x="3840480" y="4114800"/>
            <a:ext cx="448020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سؤال 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7 از 7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7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فعلی: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3 از 6 | زمان: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۱۰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ثانیه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8" name="TextBox 3"/>
          <p:cNvSpPr/>
          <p:nvPr/>
        </p:nvSpPr>
        <p:spPr>
          <a:xfrm>
            <a:off x="822960" y="14173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7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چند نوترون دارد؟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9" name="Rounded Rectangle 4">
            <a:hlinkClick r:id="rId3" action="ppaction://hlinksldjump"/>
          </p:cNvPr>
          <p:cNvSpPr/>
          <p:nvPr/>
        </p:nvSpPr>
        <p:spPr>
          <a:xfrm>
            <a:off x="91440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الف) ۹۲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0" name="Rounded Rectangle 5">
            <a:hlinkClick r:id="rId4" action="ppaction://hlinksldjump"/>
          </p:cNvPr>
          <p:cNvSpPr/>
          <p:nvPr/>
        </p:nvSpPr>
        <p:spPr>
          <a:xfrm>
            <a:off x="91440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ب) ۶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1" name="Rounded Rectangle 6">
            <a:hlinkClick r:id="rId5" action="ppaction://hlinksldjump"/>
          </p:cNvPr>
          <p:cNvSpPr/>
          <p:nvPr/>
        </p:nvSpPr>
        <p:spPr>
          <a:xfrm>
            <a:off x="658368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ج) ۱۴۶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2" name="Rounded Rectangle 7">
            <a:hlinkClick r:id="rId6" action="ppaction://hlinksldjump"/>
          </p:cNvPr>
          <p:cNvSpPr/>
          <p:nvPr/>
        </p:nvSpPr>
        <p:spPr>
          <a:xfrm>
            <a:off x="658368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د) 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63" name="Picture 8" descr="countdown10.gif"/>
          <p:cNvPicPr/>
          <p:nvPr/>
        </p:nvPicPr>
        <p:blipFill>
          <a:blip r:embed="rId7"/>
          <a:stretch/>
        </p:blipFill>
        <p:spPr>
          <a:xfrm>
            <a:off x="10652760" y="5139000"/>
            <a:ext cx="1023840" cy="102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advTm="10000">
    <p:sndAc>
      <p:stSnd>
        <p:snd r:embed="rId2" name="Countdown ticks"/>
      </p:stSnd>
    </p:sndAc>
  </p:transition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زمان تمام شد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!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5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6" name="TextBox 3"/>
          <p:cNvSpPr/>
          <p:nvPr/>
        </p:nvSpPr>
        <p:spPr>
          <a:xfrm>
            <a:off x="914400" y="20116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8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۱۴۶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7" name="TextBox 4"/>
          <p:cNvSpPr/>
          <p:nvPr/>
        </p:nvSpPr>
        <p:spPr>
          <a:xfrm>
            <a:off x="1005840" y="278892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8" name="Rounded Rectangle 5">
            <a:hlinkClick r:id="rId2" action="ppaction://hlinksldjump"/>
          </p:cNvPr>
          <p:cNvSpPr/>
          <p:nvPr/>
        </p:nvSpPr>
        <p:spPr>
          <a:xfrm>
            <a:off x="3840480" y="4206240"/>
            <a:ext cx="4480200" cy="73116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0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1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۱۴۶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2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3" name="Rounded Rectangle 5">
            <a:hlinkClick r:id="rId2" action="ppaction://hlinksldjump"/>
          </p:cNvPr>
          <p:cNvSpPr/>
          <p:nvPr/>
        </p:nvSpPr>
        <p:spPr>
          <a:xfrm>
            <a:off x="3840480" y="4114800"/>
            <a:ext cx="448020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5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6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۱۴۶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7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8" name="Rounded Rectangle 5">
            <a:hlinkClick r:id="rId2" action="ppaction://hlinksldjump"/>
          </p:cNvPr>
          <p:cNvSpPr/>
          <p:nvPr/>
        </p:nvSpPr>
        <p:spPr>
          <a:xfrm>
            <a:off x="3840480" y="4114800"/>
            <a:ext cx="448020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آفرین! پاسخ درست 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0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 | +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1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پاسخ درست: ۱۴۶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2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3" name="Rounded Rectangle 5">
            <a:hlinkClick r:id="rId2" action="ppaction://hlinksldjump"/>
          </p:cNvPr>
          <p:cNvSpPr/>
          <p:nvPr/>
        </p:nvSpPr>
        <p:spPr>
          <a:xfrm>
            <a:off x="3840480" y="4114800"/>
            <a:ext cx="448020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5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6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۱۴۶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7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8" name="Rounded Rectangle 5">
            <a:hlinkClick r:id="rId2" action="ppaction://hlinksldjump"/>
          </p:cNvPr>
          <p:cNvSpPr/>
          <p:nvPr/>
        </p:nvSpPr>
        <p:spPr>
          <a:xfrm>
            <a:off x="3840480" y="4114800"/>
            <a:ext cx="448020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سؤال 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7 از 7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0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فعلی: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4 از 6 | زمان: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۱۰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ثانیه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1" name="TextBox 3"/>
          <p:cNvSpPr/>
          <p:nvPr/>
        </p:nvSpPr>
        <p:spPr>
          <a:xfrm>
            <a:off x="822960" y="14173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7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چند نوترون دارد؟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2" name="Rounded Rectangle 4">
            <a:hlinkClick r:id="rId3" action="ppaction://hlinksldjump"/>
          </p:cNvPr>
          <p:cNvSpPr/>
          <p:nvPr/>
        </p:nvSpPr>
        <p:spPr>
          <a:xfrm>
            <a:off x="91440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الف) ۹۲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3" name="Rounded Rectangle 5">
            <a:hlinkClick r:id="rId4" action="ppaction://hlinksldjump"/>
          </p:cNvPr>
          <p:cNvSpPr/>
          <p:nvPr/>
        </p:nvSpPr>
        <p:spPr>
          <a:xfrm>
            <a:off x="91440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ب) ۶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4" name="Rounded Rectangle 6">
            <a:hlinkClick r:id="rId5" action="ppaction://hlinksldjump"/>
          </p:cNvPr>
          <p:cNvSpPr/>
          <p:nvPr/>
        </p:nvSpPr>
        <p:spPr>
          <a:xfrm>
            <a:off x="658368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ج) ۱۴۶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5" name="Rounded Rectangle 7">
            <a:hlinkClick r:id="rId6" action="ppaction://hlinksldjump"/>
          </p:cNvPr>
          <p:cNvSpPr/>
          <p:nvPr/>
        </p:nvSpPr>
        <p:spPr>
          <a:xfrm>
            <a:off x="658368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د) 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96" name="Picture 8" descr="countdown10.gif"/>
          <p:cNvPicPr/>
          <p:nvPr/>
        </p:nvPicPr>
        <p:blipFill>
          <a:blip r:embed="rId7"/>
          <a:stretch/>
        </p:blipFill>
        <p:spPr>
          <a:xfrm>
            <a:off x="10652760" y="5139000"/>
            <a:ext cx="1023840" cy="102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advTm="10000">
    <p:sndAc>
      <p:stSnd>
        <p:snd r:embed="rId2" name="Countdown ticks"/>
      </p:stSnd>
    </p:sndAc>
  </p:transition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زمان تمام شد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!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8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9" name="TextBox 3"/>
          <p:cNvSpPr/>
          <p:nvPr/>
        </p:nvSpPr>
        <p:spPr>
          <a:xfrm>
            <a:off x="914400" y="20116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8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۱۴۶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0" name="TextBox 4"/>
          <p:cNvSpPr/>
          <p:nvPr/>
        </p:nvSpPr>
        <p:spPr>
          <a:xfrm>
            <a:off x="1005840" y="278892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1" name="Rounded Rectangle 5">
            <a:hlinkClick r:id="rId2" action="ppaction://hlinksldjump"/>
          </p:cNvPr>
          <p:cNvSpPr/>
          <p:nvPr/>
        </p:nvSpPr>
        <p:spPr>
          <a:xfrm>
            <a:off x="3840480" y="4206240"/>
            <a:ext cx="4480200" cy="73116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3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4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۱۴۶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5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6" name="Rounded Rectangle 5">
            <a:hlinkClick r:id="rId2" action="ppaction://hlinksldjump"/>
          </p:cNvPr>
          <p:cNvSpPr/>
          <p:nvPr/>
        </p:nvSpPr>
        <p:spPr>
          <a:xfrm>
            <a:off x="3840480" y="4114800"/>
            <a:ext cx="448020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8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9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۱۴۶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0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1" name="Rounded Rectangle 5">
            <a:hlinkClick r:id="rId2" action="ppaction://hlinksldjump"/>
          </p:cNvPr>
          <p:cNvSpPr/>
          <p:nvPr/>
        </p:nvSpPr>
        <p:spPr>
          <a:xfrm>
            <a:off x="3840480" y="4114800"/>
            <a:ext cx="448020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آفرین! پاسخ درست 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3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 | +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4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پاسخ درست: ۱۴۶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5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6" name="Rounded Rectangle 5">
            <a:hlinkClick r:id="rId2" action="ppaction://hlinksldjump"/>
          </p:cNvPr>
          <p:cNvSpPr/>
          <p:nvPr/>
        </p:nvSpPr>
        <p:spPr>
          <a:xfrm>
            <a:off x="3840480" y="4114800"/>
            <a:ext cx="448020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8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9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۱۴۶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0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1" name="Rounded Rectangle 5">
            <a:hlinkClick r:id="rId2" action="ppaction://hlinksldjump"/>
          </p:cNvPr>
          <p:cNvSpPr/>
          <p:nvPr/>
        </p:nvSpPr>
        <p:spPr>
          <a:xfrm>
            <a:off x="3840480" y="4114800"/>
            <a:ext cx="448020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سؤال 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7 از 7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3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فعلی: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5 از 6 | زمان: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۱۰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ثانیه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4" name="TextBox 3"/>
          <p:cNvSpPr/>
          <p:nvPr/>
        </p:nvSpPr>
        <p:spPr>
          <a:xfrm>
            <a:off x="822960" y="14173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7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چند نوترون دارد؟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5" name="Rounded Rectangle 4">
            <a:hlinkClick r:id="rId3" action="ppaction://hlinksldjump"/>
          </p:cNvPr>
          <p:cNvSpPr/>
          <p:nvPr/>
        </p:nvSpPr>
        <p:spPr>
          <a:xfrm>
            <a:off x="91440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الف) ۹۲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6" name="Rounded Rectangle 5">
            <a:hlinkClick r:id="rId4" action="ppaction://hlinksldjump"/>
          </p:cNvPr>
          <p:cNvSpPr/>
          <p:nvPr/>
        </p:nvSpPr>
        <p:spPr>
          <a:xfrm>
            <a:off x="91440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ب) ۶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7" name="Rounded Rectangle 6">
            <a:hlinkClick r:id="rId5" action="ppaction://hlinksldjump"/>
          </p:cNvPr>
          <p:cNvSpPr/>
          <p:nvPr/>
        </p:nvSpPr>
        <p:spPr>
          <a:xfrm>
            <a:off x="658368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ج) ۱۴۶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8" name="Rounded Rectangle 7">
            <a:hlinkClick r:id="rId6" action="ppaction://hlinksldjump"/>
          </p:cNvPr>
          <p:cNvSpPr/>
          <p:nvPr/>
        </p:nvSpPr>
        <p:spPr>
          <a:xfrm>
            <a:off x="658368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د) 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9" name="Picture 8" descr="countdown10.gif"/>
          <p:cNvPicPr/>
          <p:nvPr/>
        </p:nvPicPr>
        <p:blipFill>
          <a:blip r:embed="rId7"/>
          <a:stretch/>
        </p:blipFill>
        <p:spPr>
          <a:xfrm>
            <a:off x="10652760" y="5139000"/>
            <a:ext cx="1023840" cy="102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advTm="10000">
    <p:sndAc>
      <p:stSnd>
        <p:snd r:embed="rId2" name="Countdown ticks"/>
      </p:stSnd>
    </p:sndAc>
  </p:transition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زمان تمام شد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!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1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2" name="TextBox 3"/>
          <p:cNvSpPr/>
          <p:nvPr/>
        </p:nvSpPr>
        <p:spPr>
          <a:xfrm>
            <a:off x="914400" y="20116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8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۱۴۶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3" name="TextBox 4"/>
          <p:cNvSpPr/>
          <p:nvPr/>
        </p:nvSpPr>
        <p:spPr>
          <a:xfrm>
            <a:off x="1005840" y="278892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4" name="Rounded Rectangle 5">
            <a:hlinkClick r:id="rId2" action="ppaction://hlinksldjump"/>
          </p:cNvPr>
          <p:cNvSpPr/>
          <p:nvPr/>
        </p:nvSpPr>
        <p:spPr>
          <a:xfrm>
            <a:off x="3840480" y="4206240"/>
            <a:ext cx="4480200" cy="73116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6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7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۱۴۶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8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9" name="Rounded Rectangle 5">
            <a:hlinkClick r:id="rId2" action="ppaction://hlinksldjump"/>
          </p:cNvPr>
          <p:cNvSpPr/>
          <p:nvPr/>
        </p:nvSpPr>
        <p:spPr>
          <a:xfrm>
            <a:off x="3840480" y="4114800"/>
            <a:ext cx="448020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1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2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۱۴۶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3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4" name="Rounded Rectangle 5">
            <a:hlinkClick r:id="rId2" action="ppaction://hlinksldjump"/>
          </p:cNvPr>
          <p:cNvSpPr/>
          <p:nvPr/>
        </p:nvSpPr>
        <p:spPr>
          <a:xfrm>
            <a:off x="3840480" y="4114800"/>
            <a:ext cx="448020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آفرین! پاسخ درست 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6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 | +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7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پاسخ درست: ۱۴۶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8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9" name="Rounded Rectangle 5">
            <a:hlinkClick r:id="rId2" action="ppaction://hlinksldjump"/>
          </p:cNvPr>
          <p:cNvSpPr/>
          <p:nvPr/>
        </p:nvSpPr>
        <p:spPr>
          <a:xfrm>
            <a:off x="3840480" y="4114800"/>
            <a:ext cx="448020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1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2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۱۴۶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3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4" name="Rounded Rectangle 5">
            <a:hlinkClick r:id="rId2" action="ppaction://hlinksldjump"/>
          </p:cNvPr>
          <p:cNvSpPr/>
          <p:nvPr/>
        </p:nvSpPr>
        <p:spPr>
          <a:xfrm>
            <a:off x="3840480" y="4114800"/>
            <a:ext cx="448020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سؤال 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7 از 7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6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فعلی: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6 از 6 | زمان: 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۱۰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ثانیه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7" name="TextBox 3"/>
          <p:cNvSpPr/>
          <p:nvPr/>
        </p:nvSpPr>
        <p:spPr>
          <a:xfrm>
            <a:off x="822960" y="14173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7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چند نوترون دارد؟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8" name="Rounded Rectangle 4">
            <a:hlinkClick r:id="rId3" action="ppaction://hlinksldjump"/>
          </p:cNvPr>
          <p:cNvSpPr/>
          <p:nvPr/>
        </p:nvSpPr>
        <p:spPr>
          <a:xfrm>
            <a:off x="91440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الف) ۹۲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9" name="Rounded Rectangle 5">
            <a:hlinkClick r:id="rId4" action="ppaction://hlinksldjump"/>
          </p:cNvPr>
          <p:cNvSpPr/>
          <p:nvPr/>
        </p:nvSpPr>
        <p:spPr>
          <a:xfrm>
            <a:off x="91440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ب) ۶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0" name="Rounded Rectangle 6">
            <a:hlinkClick r:id="rId5" action="ppaction://hlinksldjump"/>
          </p:cNvPr>
          <p:cNvSpPr/>
          <p:nvPr/>
        </p:nvSpPr>
        <p:spPr>
          <a:xfrm>
            <a:off x="6583680" y="2743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ج) ۱۴۶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1" name="Rounded Rectangle 7">
            <a:hlinkClick r:id="rId6" action="ppaction://hlinksldjump"/>
          </p:cNvPr>
          <p:cNvSpPr/>
          <p:nvPr/>
        </p:nvSpPr>
        <p:spPr>
          <a:xfrm>
            <a:off x="6583680" y="3886200"/>
            <a:ext cx="4845960" cy="74952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8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د) 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62" name="Picture 8" descr="countdown10.gif"/>
          <p:cNvPicPr/>
          <p:nvPr/>
        </p:nvPicPr>
        <p:blipFill>
          <a:blip r:embed="rId7"/>
          <a:stretch/>
        </p:blipFill>
        <p:spPr>
          <a:xfrm>
            <a:off x="10652760" y="5139000"/>
            <a:ext cx="1023840" cy="1023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 advTm="10000">
    <p:sndAc>
      <p:stSnd>
        <p:snd r:embed="rId2" name="Countdown ticks"/>
      </p:stSnd>
    </p:sndAc>
  </p:transition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زمان تمام شد</a:t>
            </a:r>
            <a:r>
              <a:rPr lang="en-US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!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4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5" name="TextBox 3"/>
          <p:cNvSpPr/>
          <p:nvPr/>
        </p:nvSpPr>
        <p:spPr>
          <a:xfrm>
            <a:off x="914400" y="201168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8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۱۴۶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6" name="TextBox 4"/>
          <p:cNvSpPr/>
          <p:nvPr/>
        </p:nvSpPr>
        <p:spPr>
          <a:xfrm>
            <a:off x="1005840" y="2788920"/>
            <a:ext cx="10149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1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7" name="Rounded Rectangle 5">
            <a:hlinkClick r:id="rId2" action="ppaction://hlinksldjump"/>
          </p:cNvPr>
          <p:cNvSpPr/>
          <p:nvPr/>
        </p:nvSpPr>
        <p:spPr>
          <a:xfrm>
            <a:off x="3840480" y="4206240"/>
            <a:ext cx="4480200" cy="73116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19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9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0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۱۴۶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1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2" name="Rounded Rectangle 5">
            <a:hlinkClick r:id="rId2" action="ppaction://hlinksldjump"/>
          </p:cNvPr>
          <p:cNvSpPr/>
          <p:nvPr/>
        </p:nvSpPr>
        <p:spPr>
          <a:xfrm>
            <a:off x="3840480" y="4114800"/>
            <a:ext cx="448020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4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5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۱۴۶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6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7" name="Rounded Rectangle 5">
            <a:hlinkClick r:id="rId2" action="ppaction://hlinksldjump"/>
          </p:cNvPr>
          <p:cNvSpPr/>
          <p:nvPr/>
        </p:nvSpPr>
        <p:spPr>
          <a:xfrm>
            <a:off x="3840480" y="4114800"/>
            <a:ext cx="448020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آفرین! پاسخ درست 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9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 | +</a:t>
            </a: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۱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0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پاسخ درست: ۱۴۶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1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2" name="Rounded Rectangle 5">
            <a:hlinkClick r:id="rId2" action="ppaction://hlinksldjump"/>
          </p:cNvPr>
          <p:cNvSpPr/>
          <p:nvPr/>
        </p:nvSpPr>
        <p:spPr>
          <a:xfrm>
            <a:off x="3840480" y="4114800"/>
            <a:ext cx="448020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این گزینه درست نبود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4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سؤال </a:t>
            </a:r>
            <a:r>
              <a:rPr lang="en-US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7 | بدون امتیاز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5" name="TextBox 3"/>
          <p:cNvSpPr/>
          <p:nvPr/>
        </p:nvSpPr>
        <p:spPr>
          <a:xfrm>
            <a:off x="914400" y="182880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پاسخ درست: ۱۴۶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6" name="TextBox 4"/>
          <p:cNvSpPr/>
          <p:nvPr/>
        </p:nvSpPr>
        <p:spPr>
          <a:xfrm>
            <a:off x="1005840" y="26060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در شکل کتاب، اتم اورانیوم ۱۴۶</a:t>
            </a:r>
            <a:r>
              <a:rPr lang="en-US" sz="2200" b="0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نوترون دارد.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7" name="Rounded Rectangle 5">
            <a:hlinkClick r:id="rId2" action="ppaction://hlinksldjump"/>
          </p:cNvPr>
          <p:cNvSpPr/>
          <p:nvPr/>
        </p:nvSpPr>
        <p:spPr>
          <a:xfrm>
            <a:off x="3840480" y="4114800"/>
            <a:ext cx="4480200" cy="822600"/>
          </a:xfrm>
          <a:prstGeom prst="roundRect">
            <a:avLst>
              <a:gd name="adj" fmla="val 16667"/>
            </a:avLst>
          </a:prstGeom>
          <a:solidFill>
            <a:srgbClr val="41CD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دیدن امتیاز نهایی</a:t>
            </a:r>
            <a:r>
              <a:rPr lang="en-US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 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نتیجه مأموریت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9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نهایی شما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0" name="TextBox 3"/>
          <p:cNvSpPr/>
          <p:nvPr/>
        </p:nvSpPr>
        <p:spPr>
          <a:xfrm>
            <a:off x="1828800" y="1828800"/>
            <a:ext cx="850356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0 </a:t>
            </a:r>
            <a:r>
              <a:rPr lang="hi-IN" sz="4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از </a:t>
            </a:r>
            <a:r>
              <a:rPr lang="en-US" sz="4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7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1" name="TextBox 4"/>
          <p:cNvSpPr/>
          <p:nvPr/>
        </p:nvSpPr>
        <p:spPr>
          <a:xfrm>
            <a:off x="914400" y="3246120"/>
            <a:ext cx="103323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5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دوباره تمرین کن؛ دفعه بعد بهتر می‌شوی</a:t>
            </a:r>
            <a:r>
              <a:rPr lang="en-US" sz="25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!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2" name="Rounded Rectangle 5">
            <a:hlinkClick r:id="rId2" action="ppaction://hlinksldjump"/>
          </p:cNvPr>
          <p:cNvSpPr/>
          <p:nvPr/>
        </p:nvSpPr>
        <p:spPr>
          <a:xfrm>
            <a:off x="4023360" y="4572000"/>
            <a:ext cx="3840120" cy="77688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شروع دوباره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نتیجه مأموریت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4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نهایی شما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5" name="TextBox 3"/>
          <p:cNvSpPr/>
          <p:nvPr/>
        </p:nvSpPr>
        <p:spPr>
          <a:xfrm>
            <a:off x="1828800" y="1828800"/>
            <a:ext cx="850356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1 </a:t>
            </a:r>
            <a:r>
              <a:rPr lang="hi-IN" sz="4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از </a:t>
            </a:r>
            <a:r>
              <a:rPr lang="en-US" sz="4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7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6" name="TextBox 4"/>
          <p:cNvSpPr/>
          <p:nvPr/>
        </p:nvSpPr>
        <p:spPr>
          <a:xfrm>
            <a:off x="914400" y="3246120"/>
            <a:ext cx="103323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5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دوباره تمرین کن؛ دفعه بعد بهتر می‌شوی</a:t>
            </a:r>
            <a:r>
              <a:rPr lang="en-US" sz="25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!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7" name="Rounded Rectangle 5">
            <a:hlinkClick r:id="rId2" action="ppaction://hlinksldjump"/>
          </p:cNvPr>
          <p:cNvSpPr/>
          <p:nvPr/>
        </p:nvSpPr>
        <p:spPr>
          <a:xfrm>
            <a:off x="4023360" y="4572000"/>
            <a:ext cx="3840120" cy="77688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شروع دوباره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نتیجه مأموریت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9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نهایی شما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0" name="TextBox 3"/>
          <p:cNvSpPr/>
          <p:nvPr/>
        </p:nvSpPr>
        <p:spPr>
          <a:xfrm>
            <a:off x="1828800" y="1828800"/>
            <a:ext cx="850356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2 </a:t>
            </a:r>
            <a:r>
              <a:rPr lang="hi-IN" sz="4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از </a:t>
            </a:r>
            <a:r>
              <a:rPr lang="en-US" sz="4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7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1" name="TextBox 4"/>
          <p:cNvSpPr/>
          <p:nvPr/>
        </p:nvSpPr>
        <p:spPr>
          <a:xfrm>
            <a:off x="914400" y="3246120"/>
            <a:ext cx="103323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5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دوباره تمرین کن؛ دفعه بعد بهتر می‌شوی</a:t>
            </a:r>
            <a:r>
              <a:rPr lang="en-US" sz="25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!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2" name="Rounded Rectangle 5">
            <a:hlinkClick r:id="rId2" action="ppaction://hlinksldjump"/>
          </p:cNvPr>
          <p:cNvSpPr/>
          <p:nvPr/>
        </p:nvSpPr>
        <p:spPr>
          <a:xfrm>
            <a:off x="4023360" y="4572000"/>
            <a:ext cx="3840120" cy="77688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شروع دوباره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نتیجه مأموریت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4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نهایی شما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5" name="TextBox 3"/>
          <p:cNvSpPr/>
          <p:nvPr/>
        </p:nvSpPr>
        <p:spPr>
          <a:xfrm>
            <a:off x="1828800" y="1828800"/>
            <a:ext cx="850356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3 </a:t>
            </a:r>
            <a:r>
              <a:rPr lang="hi-IN" sz="4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از </a:t>
            </a:r>
            <a:r>
              <a:rPr lang="en-US" sz="4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7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6" name="TextBox 4"/>
          <p:cNvSpPr/>
          <p:nvPr/>
        </p:nvSpPr>
        <p:spPr>
          <a:xfrm>
            <a:off x="914400" y="3246120"/>
            <a:ext cx="103323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5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دوباره تمرین کن؛ دفعه بعد بهتر می‌شوی</a:t>
            </a:r>
            <a:r>
              <a:rPr lang="en-US" sz="25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!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7" name="Rounded Rectangle 5">
            <a:hlinkClick r:id="rId2" action="ppaction://hlinksldjump"/>
          </p:cNvPr>
          <p:cNvSpPr/>
          <p:nvPr/>
        </p:nvSpPr>
        <p:spPr>
          <a:xfrm>
            <a:off x="4023360" y="4572000"/>
            <a:ext cx="3840120" cy="77688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شروع دوباره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نتیجه مأموریت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9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نهایی شما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0" name="TextBox 3"/>
          <p:cNvSpPr/>
          <p:nvPr/>
        </p:nvSpPr>
        <p:spPr>
          <a:xfrm>
            <a:off x="1828800" y="1828800"/>
            <a:ext cx="850356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4 </a:t>
            </a:r>
            <a:r>
              <a:rPr lang="hi-IN" sz="4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از </a:t>
            </a:r>
            <a:r>
              <a:rPr lang="en-US" sz="4600" b="1" u="none" strike="noStrike">
                <a:solidFill>
                  <a:srgbClr val="FFC646"/>
                </a:solidFill>
                <a:effectLst/>
                <a:uFillTx/>
                <a:latin typeface="Arial"/>
              </a:rPr>
              <a:t>7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1" name="TextBox 4"/>
          <p:cNvSpPr/>
          <p:nvPr/>
        </p:nvSpPr>
        <p:spPr>
          <a:xfrm>
            <a:off x="914400" y="3246120"/>
            <a:ext cx="103323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5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خوب بود! بیشتر مرور کن</a:t>
            </a:r>
            <a:r>
              <a:rPr lang="en-US" sz="25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2" name="Rounded Rectangle 5">
            <a:hlinkClick r:id="rId2" action="ppaction://hlinksldjump"/>
          </p:cNvPr>
          <p:cNvSpPr/>
          <p:nvPr/>
        </p:nvSpPr>
        <p:spPr>
          <a:xfrm>
            <a:off x="4023360" y="4572000"/>
            <a:ext cx="3840120" cy="77688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شروع دوباره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نتیجه مأموریت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4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نهایی شما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5" name="TextBox 3"/>
          <p:cNvSpPr/>
          <p:nvPr/>
        </p:nvSpPr>
        <p:spPr>
          <a:xfrm>
            <a:off x="1828800" y="1828800"/>
            <a:ext cx="850356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5 </a:t>
            </a:r>
            <a:r>
              <a:rPr lang="hi-IN" sz="4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از </a:t>
            </a:r>
            <a:r>
              <a:rPr lang="en-US" sz="4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7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6" name="TextBox 4"/>
          <p:cNvSpPr/>
          <p:nvPr/>
        </p:nvSpPr>
        <p:spPr>
          <a:xfrm>
            <a:off x="914400" y="3246120"/>
            <a:ext cx="103323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5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خوب بود! بیشتر مرور کن</a:t>
            </a:r>
            <a:r>
              <a:rPr lang="en-US" sz="25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.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7" name="Rounded Rectangle 5">
            <a:hlinkClick r:id="rId2" action="ppaction://hlinksldjump"/>
          </p:cNvPr>
          <p:cNvSpPr/>
          <p:nvPr/>
        </p:nvSpPr>
        <p:spPr>
          <a:xfrm>
            <a:off x="4023360" y="4572000"/>
            <a:ext cx="3840120" cy="77688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شروع دوباره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نتیجه مأموریت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9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نهایی شما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0" name="TextBox 3"/>
          <p:cNvSpPr/>
          <p:nvPr/>
        </p:nvSpPr>
        <p:spPr>
          <a:xfrm>
            <a:off x="1828800" y="1828800"/>
            <a:ext cx="850356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6 </a:t>
            </a:r>
            <a:r>
              <a:rPr lang="hi-IN" sz="4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از </a:t>
            </a:r>
            <a:r>
              <a:rPr lang="en-US" sz="4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7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1" name="TextBox 4"/>
          <p:cNvSpPr/>
          <p:nvPr/>
        </p:nvSpPr>
        <p:spPr>
          <a:xfrm>
            <a:off x="914400" y="3246120"/>
            <a:ext cx="103323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5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عالی بود! دانشمند کوچک</a:t>
            </a:r>
            <a:r>
              <a:rPr lang="en-US" sz="25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!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2" name="Rounded Rectangle 5">
            <a:hlinkClick r:id="rId2" action="ppaction://hlinksldjump"/>
          </p:cNvPr>
          <p:cNvSpPr/>
          <p:nvPr/>
        </p:nvSpPr>
        <p:spPr>
          <a:xfrm>
            <a:off x="4023360" y="4572000"/>
            <a:ext cx="3840120" cy="77688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شروع دوباره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TextBox 1"/>
          <p:cNvSpPr/>
          <p:nvPr/>
        </p:nvSpPr>
        <p:spPr>
          <a:xfrm>
            <a:off x="640080" y="320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3200" b="1" u="none" strike="noStrike">
                <a:solidFill>
                  <a:srgbClr val="28D2DC"/>
                </a:solidFill>
                <a:effectLst/>
                <a:uFillTx/>
                <a:latin typeface="Arial"/>
              </a:rPr>
              <a:t>نتیجه مأموریت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4" name="TextBox 2"/>
          <p:cNvSpPr/>
          <p:nvPr/>
        </p:nvSpPr>
        <p:spPr>
          <a:xfrm>
            <a:off x="914400" y="10242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600" b="0" u="none" strike="noStrike">
                <a:solidFill>
                  <a:srgbClr val="AABEDC"/>
                </a:solidFill>
                <a:effectLst/>
                <a:uFillTx/>
                <a:latin typeface="Arial"/>
              </a:rPr>
              <a:t>امتیاز نهایی شما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5" name="TextBox 3"/>
          <p:cNvSpPr/>
          <p:nvPr/>
        </p:nvSpPr>
        <p:spPr>
          <a:xfrm>
            <a:off x="1828800" y="1828800"/>
            <a:ext cx="850356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7 </a:t>
            </a:r>
            <a:r>
              <a:rPr lang="hi-IN" sz="4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از </a:t>
            </a:r>
            <a:r>
              <a:rPr lang="en-US" sz="4600" b="1" u="none" strike="noStrike">
                <a:solidFill>
                  <a:srgbClr val="41CD91"/>
                </a:solidFill>
                <a:effectLst/>
                <a:uFillTx/>
                <a:latin typeface="Arial"/>
              </a:rPr>
              <a:t>7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6" name="TextBox 4"/>
          <p:cNvSpPr/>
          <p:nvPr/>
        </p:nvSpPr>
        <p:spPr>
          <a:xfrm>
            <a:off x="914400" y="3246120"/>
            <a:ext cx="103323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800" tIns="54720" rIns="109800" bIns="3672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5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عالی بود! دانشمند کوچک</a:t>
            </a:r>
            <a:r>
              <a:rPr lang="en-US" sz="25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!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7" name="Rounded Rectangle 5">
            <a:hlinkClick r:id="rId2" action="ppaction://hlinksldjump"/>
          </p:cNvPr>
          <p:cNvSpPr/>
          <p:nvPr/>
        </p:nvSpPr>
        <p:spPr>
          <a:xfrm>
            <a:off x="4023360" y="4572000"/>
            <a:ext cx="3840120" cy="776880"/>
          </a:xfrm>
          <a:prstGeom prst="roundRect">
            <a:avLst>
              <a:gd name="adj" fmla="val 16667"/>
            </a:avLst>
          </a:prstGeom>
          <a:solidFill>
            <a:srgbClr val="184B91"/>
          </a:solidFill>
          <a:ln>
            <a:solidFill>
              <a:srgbClr val="28D2D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2000" b="1" u="none" strike="noStrike">
                <a:solidFill>
                  <a:srgbClr val="F5F9FF"/>
                </a:solidFill>
                <a:effectLst/>
                <a:uFillTx/>
                <a:latin typeface="Arial"/>
              </a:rPr>
              <a:t>شروع دوباره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Widescreen</PresentationFormat>
  <Paragraphs>0</Paragraphs>
  <Slides>177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177</vt:i4>
      </vt:variant>
    </vt:vector>
  </HeadingPairs>
  <TitlesOfParts>
    <vt:vector size="17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Mahbod Omidvar</cp:lastModifiedBy>
  <cp:revision>2</cp:revision>
  <dcterms:modified xsi:type="dcterms:W3CDTF">2026-10-22T05:44:36Z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